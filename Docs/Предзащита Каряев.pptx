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Default Extension="emf" ContentType="image/x-emf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8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embedTrueTypeFonts="1" saveSubsetFonts="1">
  <p:sldMasterIdLst>
    <p:sldMasterId id="2147483648" r:id="rId1"/>
  </p:sldMasterIdLst>
  <p:notesMasterIdLst>
    <p:notesMasterId r:id="rId1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9144000"/>
  <p:defaultTextStyle>
    <a:defPPr>
      <a:defRPr lang="ru-RU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B301B821-A1FF-4177-AEE7-76D212191A09}">
  <a:tblStyle styleId="{B301B821-A1FF-4177-AEE7-76D212191A09}" styleName="Средний стиль 1 — акцент 1">
    <a:wholeTbl>
      <a:tcTxStyle>
        <a:fontRef idx="minor">
          <a:srgbClr val="000000"/>
        </a:fontRef>
        <a:schemeClr val="dk1"/>
      </a:tcTxStyle>
      <a:tcStyle>
        <a:tcBdr>
          <a:left>
            <a:ln w="12700">
              <a:solidFill>
                <a:schemeClr val="accent1"/>
              </a:solidFill>
            </a:ln>
          </a:left>
          <a:right>
            <a:ln w="12700">
              <a:solidFill>
                <a:schemeClr val="accent1"/>
              </a:solidFill>
            </a:ln>
          </a:right>
          <a:top>
            <a:ln w="12700">
              <a:solidFill>
                <a:schemeClr val="accent1"/>
              </a:solidFill>
            </a:ln>
          </a:top>
          <a:bottom>
            <a:ln w="12700">
              <a:solidFill>
                <a:schemeClr val="accent1"/>
              </a:solidFill>
            </a:ln>
          </a:bottom>
          <a:insideH>
            <a:ln w="12700">
              <a:solidFill>
                <a:schemeClr val="accent1"/>
              </a:solidFill>
            </a:ln>
          </a:insideH>
          <a:insideV>
            <a:ln w="12700"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band2V>
      <a:tcStyle>
        <a:tcBdr/>
        <a:fill>
          <a:solidFill>
            <a:schemeClr val="accent1">
              <a:tint val="20000"/>
            </a:schemeClr>
          </a:solidFill>
        </a:fill>
      </a:tcStyle>
    </a:band2V>
    <a:lastCol>
      <a:tcStyle>
        <a:tcBdr/>
      </a:tcStyle>
    </a:lastCol>
    <a:firstCol>
      <a:tcStyle>
        <a:tcBdr/>
      </a:tcStyle>
    </a:firstCol>
    <a:lastRow>
      <a:tcStyle>
        <a:tcBdr>
          <a:top>
            <a:ln w="50800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srgbClr val="00000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howGuides="1" snapToGrid="0">
      <p:cViewPr varScale="1">
        <p:scale>
          <a:sx n="89" d="100"/>
          <a:sy n="89" d="100"/>
        </p:scale>
        <p:origin x="547" y="86"/>
      </p:cViewPr>
      <p:guideLst>
        <p:guide pos="3090" orient="horz"/>
        <p:guide pos="2479"/>
        <p:guide pos="482" orient="horz"/>
        <p:guide pos="1162" orient="horz"/>
        <p:guide pos="1366" orient="horz"/>
        <p:guide pos="5518"/>
        <p:guide pos="2341" orient="horz"/>
        <p:guide pos="2591" orient="horz"/>
        <p:guide pos="2523" orient="horz"/>
        <p:guide pos="6698"/>
        <p:guide pos="1117" orient="horz"/>
        <p:guide pos="436" orient="horz"/>
        <p:guide pos="5450"/>
        <p:guide pos="1253" orient="horz"/>
        <p:guide pos="6176"/>
        <p:guide pos="1527"/>
        <p:guide pos="3092"/>
        <p:guide pos="5382"/>
        <p:guide pos="960"/>
        <p:guide pos="2434"/>
        <p:guide pos="2047" orient="horz"/>
        <p:guide pos="1277"/>
        <p:guide pos="4078"/>
      </p:guideLst>
    </p:cSldViewPr>
  </p:slideViewPr>
  <p:gridSpacing cx="46800" cy="468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 /><Relationship Id="rId15" Type="http://schemas.openxmlformats.org/officeDocument/2006/relationships/tableStyles" Target="tableStyles.xml" /><Relationship Id="rId16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050309" name="Верхний колонтитул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478064543" name="Дата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/>
              </a:defRPr>
            </a:lvl1pPr>
          </a:lstStyle>
          <a:p>
            <a:pPr>
              <a:defRPr/>
            </a:pPr>
            <a:fld id="{FBE26D7A-F5EB-4C23-8032-E31C77D84C5A}" type="datetimeFigureOut">
              <a:rPr lang="ru-RU"/>
              <a:t>26.05.2026</a:t>
            </a:fld>
            <a:endParaRPr lang="ru-RU"/>
          </a:p>
        </p:txBody>
      </p:sp>
      <p:sp>
        <p:nvSpPr>
          <p:cNvPr id="1194105453" name="Образ слайда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487418041" name="Заметки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300213120" name="Нижний колонтитул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47395278" name="Номер слайда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/>
              </a:defRPr>
            </a:lvl1pPr>
          </a:lstStyle>
          <a:p>
            <a:pPr>
              <a:defRPr/>
            </a:pPr>
            <a:fld id="{23B3B5DC-1A24-4803-AA36-26180B22D0F9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Arial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Arial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Arial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Arial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Arial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C84A3B8-2C10-1B49-777E-F4D40B5794B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A8D1C4-18E5-04D0-B6EB-B266A6BB7AF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8031338" name="Образ слайда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0391389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864069086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23B3B5DC-1A24-4803-AA36-26180B22D0F9}" type="slidenum">
              <a:rPr lang="ru-RU"/>
              <a:t>4</a:t>
            </a:fld>
            <a:endParaRPr lang="ru-R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2216617" name="Образ слайда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33367650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887774419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98E2FBCB-1EC9-F818-BB54-652F0E670286}" type="slidenum">
              <a:rPr lang="ru-RU"/>
              <a:t>4</a:t>
            </a:fld>
            <a:endParaRPr lang="ru-RU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C05DDF-A08F-A212-4636-7B54F14BFDD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7CA7B40-1288-CB4B-21E7-5877F43CB1F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B797B6-BA6B-3676-A878-C74D984D724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DD48C6-0AA0-432E-A05C-DA335BBA92C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E13177-58B9-1613-A4C9-DAAC19E5464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Relationship Id="rId3" Type="http://schemas.openxmlformats.org/officeDocument/2006/relationships/oleObject" Target="../embeddings/oleObject2.bin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Relationship Id="rId3" Type="http://schemas.openxmlformats.org/officeDocument/2006/relationships/oleObject" Target="../embeddings/oleObject3.bin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emf"/><Relationship Id="rId3" Type="http://schemas.openxmlformats.org/officeDocument/2006/relationships/oleObject" Target="../embeddings/oleObject4.bin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Relationship Id="rId3" Type="http://schemas.openxmlformats.org/officeDocument/2006/relationships/oleObject" Target="../embeddings/oleObject3.bin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Relationship Id="rId3" Type="http://schemas.openxmlformats.org/officeDocument/2006/relationships/oleObject" Target="../embeddings/oleObject3.bin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Relationship Id="rId3" Type="http://schemas.openxmlformats.org/officeDocument/2006/relationships/oleObject" Target="../embeddings/oleObject3.bin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emf"/><Relationship Id="rId3" Type="http://schemas.openxmlformats.org/officeDocument/2006/relationships/oleObject" Target="../embeddings/oleObject5.bin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emf"/><Relationship Id="rId5" Type="http://schemas.openxmlformats.org/officeDocument/2006/relationships/oleObject" Target="../embeddings/oleObject6.bin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Relationship Id="rId3" Type="http://schemas.openxmlformats.org/officeDocument/2006/relationships/oleObject" Target="../embeddings/oleObject3.bin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3.emf"/><Relationship Id="rId5" Type="http://schemas.openxmlformats.org/officeDocument/2006/relationships/oleObject" Target="../embeddings/oleObject3.bin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3.emf"/><Relationship Id="rId5" Type="http://schemas.openxmlformats.org/officeDocument/2006/relationships/oleObject" Target="../embeddings/oleObject3.bin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3.emf"/><Relationship Id="rId5" Type="http://schemas.openxmlformats.org/officeDocument/2006/relationships/oleObject" Target="../embeddings/oleObject3.bin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3.emf"/><Relationship Id="rId5" Type="http://schemas.openxmlformats.org/officeDocument/2006/relationships/oleObject" Target="../embeddings/oleObject3.bin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3.emf"/><Relationship Id="rId5" Type="http://schemas.openxmlformats.org/officeDocument/2006/relationships/oleObject" Target="../embeddings/oleObject3.bin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3.emf"/><Relationship Id="rId5" Type="http://schemas.openxmlformats.org/officeDocument/2006/relationships/oleObject" Target="../embeddings/oleObject3.bin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3.emf"/><Relationship Id="rId5" Type="http://schemas.openxmlformats.org/officeDocument/2006/relationships/oleObject" Target="../embeddings/oleObject3.bin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3.emf"/><Relationship Id="rId5" Type="http://schemas.openxmlformats.org/officeDocument/2006/relationships/oleObject" Target="../embeddings/oleObject3.bin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Relationship Id="rId3" Type="http://schemas.openxmlformats.org/officeDocument/2006/relationships/oleObject" Target="../embeddings/oleObject3.bin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Базов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1195139115" name="Object 8"/>
          <p:cNvGraphicFramePr>
            <a:graphicFrameLocks xmlns:a="http://schemas.openxmlformats.org/drawingml/2006/main" noChangeAspect="1"/>
          </p:cNvGraphicFramePr>
          <p:nvPr/>
        </p:nvGraphicFramePr>
        <p:xfrm>
          <a:off x="1959" y="1597"/>
          <a:ext cx="1953" cy="1587"/>
        </p:xfrm>
        <a:graphic>
          <a:graphicData uri="http://schemas.openxmlformats.org/presentationml/2006/ole">
            <p:oleObj name="oleObj" r:id="rId3" imgW="8890" imgH="8890" progId="TCLayout.ActiveDocument.1">
              <p:embed/>
              <p:pic>
                <p:nvPicPr>
                  <p:cNvPr id="1195139115" name="Object 8"/>
                  <p:cNvPicPr/>
                  <p:nvPr/>
                </p:nvPicPr>
                <p:blipFill rotWithShape="1">
                  <a:blip r:embed="rId2"/>
                  <a:stretch/>
                </p:blipFill>
                <p:spPr bwMode="auto">
                  <a:xfrm>
                    <a:off x="1959" y="1597"/>
                    <a:ext cx="1953" cy="1587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sp>
        <p:nvSpPr>
          <p:cNvPr id="1669352465" name="Заголовок 3"/>
          <p:cNvSpPr>
            <a:spLocks noGrp="1"/>
          </p:cNvSpPr>
          <p:nvPr>
            <p:ph type="title" hasCustomPrompt="1"/>
          </p:nvPr>
        </p:nvSpPr>
        <p:spPr bwMode="auto">
          <a:xfrm>
            <a:off x="336000" y="82550"/>
            <a:ext cx="10277095" cy="738664"/>
          </a:xfrm>
        </p:spPr>
        <p:txBody>
          <a:bodyPr vert="horz"/>
          <a:lstStyle>
            <a:lvl1pPr>
              <a:defRPr b="1"/>
            </a:lvl1pPr>
          </a:lstStyle>
          <a:p>
            <a:pPr>
              <a:defRPr/>
            </a:pPr>
            <a:r>
              <a:rPr lang="ru-RU"/>
              <a:t>Заголовок может быть набран </a:t>
            </a:r>
            <a:br>
              <a:rPr lang="ru-RU"/>
            </a:br>
            <a:r>
              <a:rPr lang="ru-RU"/>
              <a:t>в одну или две строки (24 </a:t>
            </a:r>
            <a:r>
              <a:rPr lang="en-US"/>
              <a:t>pt) </a:t>
            </a:r>
            <a:endParaRPr lang="ru-RU"/>
          </a:p>
        </p:txBody>
      </p:sp>
      <p:sp>
        <p:nvSpPr>
          <p:cNvPr id="1116373875" name="Rectangle 12"/>
          <p:cNvSpPr/>
          <p:nvPr userDrawn="1"/>
        </p:nvSpPr>
        <p:spPr bwMode="auto"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pPr marL="0" marR="0" lvl="0" indent="0" algn="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E423E46-B7A0-4744-B3E1-320992BDBEC7}" type="slidenum">
              <a:rPr lang="ru-RU" sz="1000" b="0" i="0" u="none" strike="noStrike" cap="none" spc="0">
                <a:ln>
                  <a:noFill/>
                </a:ln>
                <a:solidFill>
                  <a:schemeClr val="accent5"/>
                </a:solidFill>
                <a:latin typeface="Arial"/>
                <a:ea typeface="+mn-ea"/>
                <a:cs typeface="+mn-cs"/>
              </a:rPr>
              <a:t>‹#›</a:t>
            </a:fld>
            <a:endParaRPr lang="ru-RU" sz="1000" b="0" i="0" u="none" strike="noStrike" cap="none" spc="0">
              <a:ln>
                <a:noFill/>
              </a:ln>
              <a:solidFill>
                <a:schemeClr val="accent5"/>
              </a:solidFill>
              <a:latin typeface="Arial"/>
              <a:ea typeface="+mn-ea"/>
              <a:cs typeface="+mn-cs"/>
            </a:endParaRPr>
          </a:p>
        </p:txBody>
      </p:sp>
      <p:cxnSp>
        <p:nvCxnSpPr>
          <p:cNvPr id="2022029588" name="Прямая соединительная линия 1"/>
          <p:cNvCxnSpPr/>
          <p:nvPr userDrawn="1"/>
        </p:nvCxnSpPr>
        <p:spPr bwMode="auto">
          <a:xfrm>
            <a:off x="11611219" y="6400800"/>
            <a:ext cx="0" cy="4572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pSp>
        <p:nvGrpSpPr>
          <p:cNvPr id="1934762300" name="Группа 2"/>
          <p:cNvGrpSpPr/>
          <p:nvPr userDrawn="1"/>
        </p:nvGrpSpPr>
        <p:grpSpPr bwMode="auto">
          <a:xfrm>
            <a:off x="11113862" y="171149"/>
            <a:ext cx="743176" cy="521001"/>
            <a:chOff x="4091278" y="2349598"/>
            <a:chExt cx="3638550" cy="2550793"/>
          </a:xfrm>
          <a:solidFill>
            <a:srgbClr val="365CA7"/>
          </a:solidFill>
        </p:grpSpPr>
        <p:sp>
          <p:nvSpPr>
            <p:cNvPr id="5" name="Полилиния: фигура 4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fill="norm" stroke="1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7" name="Полилиния: фигура 6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fill="norm" stroke="1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8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26" name="Полилиния: фигура 25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fill="norm" stroke="1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7" name="Полилиния: фигура 26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fill="norm" stroke="1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24" name="Полилиния: фигура 23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fill="norm" stroke="1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5" name="Полилиния: фигура 24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fill="norm" stroke="1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11" name="Полилиния: фигура 10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fill="norm" stroke="1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12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22" name="Полилиния: фигура 21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fill="norm" stroke="1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3" name="Полилиния: фигура 22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fill="norm" stroke="1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3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20" name="Полилиния: фигура 19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fill="norm" stroke="1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1" name="Полилиния: фигура 20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fill="norm" stroke="1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4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18" name="Полилиния: фигура 17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fill="norm" stroke="1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9" name="Полилиния: фигура 18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fill="norm" stroke="1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16" name="Полилиния: фигура 15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fill="norm" stroke="1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7" name="Полилиния: фигура 16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fill="norm" stroke="1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Цвета подразделений и основного бренд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427849101" name="Object 8"/>
          <p:cNvGraphicFramePr>
            <a:graphicFrameLocks xmlns:a="http://schemas.openxmlformats.org/drawingml/2006/main" noChangeAspect="1"/>
          </p:cNvGraphicFramePr>
          <p:nvPr/>
        </p:nvGraphicFramePr>
        <p:xfrm>
          <a:off x="1959" y="1597"/>
          <a:ext cx="1953" cy="1587"/>
        </p:xfrm>
        <a:graphic>
          <a:graphicData uri="http://schemas.openxmlformats.org/presentationml/2006/ole">
            <p:oleObj name="oleObj" r:id="rId3" imgW="8890" imgH="8890" progId="TCLayout.ActiveDocument.1">
              <p:embed/>
              <p:pic>
                <p:nvPicPr>
                  <p:cNvPr id="427849101" name="Object 8"/>
                  <p:cNvPicPr/>
                  <p:nvPr/>
                </p:nvPicPr>
                <p:blipFill rotWithShape="1">
                  <a:blip r:embed="rId2"/>
                  <a:stretch/>
                </p:blipFill>
                <p:spPr bwMode="auto">
                  <a:xfrm>
                    <a:off x="1959" y="1597"/>
                    <a:ext cx="1953" cy="1587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sp>
        <p:nvSpPr>
          <p:cNvPr id="1914308412" name="Заголовок 3"/>
          <p:cNvSpPr>
            <a:spLocks noGrp="1"/>
          </p:cNvSpPr>
          <p:nvPr>
            <p:ph type="title" hasCustomPrompt="1"/>
          </p:nvPr>
        </p:nvSpPr>
        <p:spPr bwMode="auto">
          <a:xfrm>
            <a:off x="336000" y="82550"/>
            <a:ext cx="10277095" cy="369332"/>
          </a:xfrm>
        </p:spPr>
        <p:txBody>
          <a:bodyPr vert="horz"/>
          <a:lstStyle>
            <a:lvl1pPr>
              <a:defRPr b="1"/>
            </a:lvl1pPr>
          </a:lstStyle>
          <a:p>
            <a:pPr>
              <a:defRPr/>
            </a:pPr>
            <a:r>
              <a:rPr lang="ru-RU"/>
              <a:t>Корпоративные цвета РТУ МИРЭА</a:t>
            </a:r>
            <a:endParaRPr/>
          </a:p>
        </p:txBody>
      </p:sp>
      <p:sp>
        <p:nvSpPr>
          <p:cNvPr id="70257988" name="Rectangle 12"/>
          <p:cNvSpPr/>
          <p:nvPr userDrawn="1"/>
        </p:nvSpPr>
        <p:spPr bwMode="auto"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pPr marL="0" marR="0" lvl="0" indent="0" algn="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E423E46-B7A0-4744-B3E1-320992BDBEC7}" type="slidenum">
              <a:rPr lang="ru-RU" sz="1000" b="0" i="0" u="none" strike="noStrike" cap="none" spc="0">
                <a:ln>
                  <a:noFill/>
                </a:ln>
                <a:solidFill>
                  <a:schemeClr val="accent5"/>
                </a:solidFill>
                <a:latin typeface="Arial"/>
                <a:ea typeface="+mn-ea"/>
                <a:cs typeface="+mn-cs"/>
              </a:rPr>
              <a:t>‹#›</a:t>
            </a:fld>
            <a:endParaRPr lang="ru-RU" sz="1000" b="0" i="0" u="none" strike="noStrike" cap="none" spc="0">
              <a:ln>
                <a:noFill/>
              </a:ln>
              <a:solidFill>
                <a:schemeClr val="accent5"/>
              </a:solidFill>
              <a:latin typeface="Arial"/>
              <a:ea typeface="+mn-ea"/>
              <a:cs typeface="+mn-cs"/>
            </a:endParaRPr>
          </a:p>
        </p:txBody>
      </p:sp>
      <p:cxnSp>
        <p:nvCxnSpPr>
          <p:cNvPr id="35486710" name="Прямая соединительная линия 1"/>
          <p:cNvCxnSpPr/>
          <p:nvPr userDrawn="1"/>
        </p:nvCxnSpPr>
        <p:spPr bwMode="auto">
          <a:xfrm>
            <a:off x="11611219" y="6400800"/>
            <a:ext cx="0" cy="4572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pSp>
        <p:nvGrpSpPr>
          <p:cNvPr id="1180130978" name="Группа 2"/>
          <p:cNvGrpSpPr/>
          <p:nvPr userDrawn="1"/>
        </p:nvGrpSpPr>
        <p:grpSpPr bwMode="auto">
          <a:xfrm>
            <a:off x="11113862" y="171149"/>
            <a:ext cx="743176" cy="521001"/>
            <a:chOff x="4091278" y="2349598"/>
            <a:chExt cx="3638550" cy="2550793"/>
          </a:xfrm>
          <a:solidFill>
            <a:srgbClr val="365CA7"/>
          </a:solidFill>
        </p:grpSpPr>
        <p:sp>
          <p:nvSpPr>
            <p:cNvPr id="5" name="Полилиния: фигура 4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fill="norm" stroke="1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7" name="Полилиния: фигура 6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fill="norm" stroke="1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8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26" name="Полилиния: фигура 25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fill="norm" stroke="1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7" name="Полилиния: фигура 26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fill="norm" stroke="1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0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24" name="Полилиния: фигура 23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fill="norm" stroke="1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5" name="Полилиния: фигура 24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fill="norm" stroke="1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11" name="Полилиния: фигура 10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fill="norm" stroke="1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12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22" name="Полилиния: фигура 21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fill="norm" stroke="1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3" name="Полилиния: фигура 22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fill="norm" stroke="1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3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20" name="Полилиния: фигура 19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fill="norm" stroke="1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1" name="Полилиния: фигура 20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fill="norm" stroke="1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4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18" name="Полилиния: фигура 17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fill="norm" stroke="1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9" name="Полилиния: фигура 18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fill="norm" stroke="1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16" name="Полилиния: фигура 15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fill="norm" stroke="1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7" name="Полилиния: фигура 16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fill="norm" stroke="1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</p:grpSp>
      <p:sp>
        <p:nvSpPr>
          <p:cNvPr id="83711624" name="Прямоугольник: скругленные углы 27"/>
          <p:cNvSpPr/>
          <p:nvPr userDrawn="1"/>
        </p:nvSpPr>
        <p:spPr bwMode="auto">
          <a:xfrm rot="10800000">
            <a:off x="10185451" y="1903621"/>
            <a:ext cx="1656000" cy="360000"/>
          </a:xfrm>
          <a:prstGeom prst="roundRect">
            <a:avLst>
              <a:gd name="adj" fmla="val 16667"/>
            </a:avLst>
          </a:prstGeom>
          <a:solidFill>
            <a:srgbClr val="EBB800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802561240" name="Прямоугольник: скругленные углы 28"/>
          <p:cNvSpPr/>
          <p:nvPr userDrawn="1"/>
        </p:nvSpPr>
        <p:spPr bwMode="auto">
          <a:xfrm>
            <a:off x="10201038" y="2471500"/>
            <a:ext cx="1656000" cy="360000"/>
          </a:xfrm>
          <a:prstGeom prst="roundRect">
            <a:avLst>
              <a:gd name="adj" fmla="val 16667"/>
            </a:avLst>
          </a:prstGeom>
          <a:gradFill>
            <a:gsLst>
              <a:gs pos="1302">
                <a:srgbClr val="F2DB7A"/>
              </a:gs>
              <a:gs pos="38021">
                <a:srgbClr val="EBB800"/>
              </a:gs>
              <a:gs pos="73698">
                <a:srgbClr val="EBB800"/>
              </a:gs>
              <a:gs pos="90577">
                <a:srgbClr val="BB940E"/>
              </a:gs>
              <a:gs pos="100000">
                <a:srgbClr val="A98714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1226936215" name="Прямоугольник: скругленные углы 29"/>
          <p:cNvSpPr/>
          <p:nvPr userDrawn="1"/>
        </p:nvSpPr>
        <p:spPr bwMode="auto">
          <a:xfrm rot="10800000">
            <a:off x="7973503" y="3480819"/>
            <a:ext cx="1656000" cy="360000"/>
          </a:xfrm>
          <a:prstGeom prst="roundRect">
            <a:avLst>
              <a:gd name="adj" fmla="val 16667"/>
            </a:avLst>
          </a:prstGeom>
          <a:solidFill>
            <a:srgbClr val="B44728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65399018" name="Прямоугольник: скругленные углы 30"/>
          <p:cNvSpPr/>
          <p:nvPr userDrawn="1"/>
        </p:nvSpPr>
        <p:spPr bwMode="auto">
          <a:xfrm>
            <a:off x="7992734" y="4083057"/>
            <a:ext cx="1656000" cy="360000"/>
          </a:xfrm>
          <a:prstGeom prst="roundRect">
            <a:avLst>
              <a:gd name="adj" fmla="val 16667"/>
            </a:avLst>
          </a:prstGeom>
          <a:gradFill>
            <a:gsLst>
              <a:gs pos="1302">
                <a:srgbClr val="F08362"/>
              </a:gs>
              <a:gs pos="38021">
                <a:srgbClr val="B44629"/>
              </a:gs>
              <a:gs pos="73698">
                <a:srgbClr val="B44629"/>
              </a:gs>
              <a:gs pos="79608">
                <a:srgbClr val="AB3820"/>
              </a:gs>
              <a:gs pos="93147">
                <a:srgbClr val="941D0F"/>
              </a:gs>
              <a:gs pos="100000">
                <a:srgbClr val="8A1208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123945068" name="Прямоугольник: скругленные углы 31"/>
          <p:cNvSpPr/>
          <p:nvPr userDrawn="1"/>
        </p:nvSpPr>
        <p:spPr bwMode="auto">
          <a:xfrm rot="10800000">
            <a:off x="5761555" y="1903621"/>
            <a:ext cx="1656000" cy="360000"/>
          </a:xfrm>
          <a:prstGeom prst="roundRect">
            <a:avLst>
              <a:gd name="adj" fmla="val 16667"/>
            </a:avLst>
          </a:prstGeom>
          <a:solidFill>
            <a:srgbClr val="741E6C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971543148" name="Прямоугольник: скругленные углы 32"/>
          <p:cNvSpPr/>
          <p:nvPr userDrawn="1"/>
        </p:nvSpPr>
        <p:spPr bwMode="auto">
          <a:xfrm>
            <a:off x="5761555" y="2452512"/>
            <a:ext cx="1656000" cy="3600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B480B7"/>
              </a:gs>
              <a:gs pos="38021">
                <a:srgbClr val="741E6C"/>
              </a:gs>
              <a:gs pos="73698">
                <a:srgbClr val="712373"/>
              </a:gs>
              <a:gs pos="77903">
                <a:srgbClr val="6A226C"/>
              </a:gs>
              <a:gs pos="92575">
                <a:srgbClr val="551E56"/>
              </a:gs>
              <a:gs pos="100000">
                <a:srgbClr val="4E1D4E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928304209" name="Прямоугольник: скругленные углы 33"/>
          <p:cNvSpPr/>
          <p:nvPr userDrawn="1"/>
        </p:nvSpPr>
        <p:spPr bwMode="auto">
          <a:xfrm rot="10800000">
            <a:off x="7973503" y="1903621"/>
            <a:ext cx="1656000" cy="360000"/>
          </a:xfrm>
          <a:prstGeom prst="roundRect">
            <a:avLst>
              <a:gd name="adj" fmla="val 16667"/>
            </a:avLst>
          </a:prstGeom>
          <a:solidFill>
            <a:srgbClr val="006A81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499055906" name="Прямоугольник: скругленные углы 34"/>
          <p:cNvSpPr/>
          <p:nvPr userDrawn="1"/>
        </p:nvSpPr>
        <p:spPr bwMode="auto">
          <a:xfrm>
            <a:off x="7973503" y="2480463"/>
            <a:ext cx="1656000" cy="360000"/>
          </a:xfrm>
          <a:prstGeom prst="roundRect">
            <a:avLst>
              <a:gd name="adj" fmla="val 16667"/>
            </a:avLst>
          </a:prstGeom>
          <a:gradFill>
            <a:gsLst>
              <a:gs pos="1302">
                <a:srgbClr val="94CCD9"/>
              </a:gs>
              <a:gs pos="38021">
                <a:srgbClr val="006A81"/>
              </a:gs>
              <a:gs pos="73698">
                <a:srgbClr val="006A81"/>
              </a:gs>
              <a:gs pos="85466">
                <a:srgbClr val="00576A"/>
              </a:gs>
              <a:gs pos="94996">
                <a:srgbClr val="004859"/>
              </a:gs>
              <a:gs pos="100000">
                <a:srgbClr val="004352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1412718175" name="Прямоугольник: скругленные углы 35"/>
          <p:cNvSpPr/>
          <p:nvPr userDrawn="1"/>
        </p:nvSpPr>
        <p:spPr bwMode="auto">
          <a:xfrm rot="10800000">
            <a:off x="3549609" y="3480819"/>
            <a:ext cx="1656000" cy="360000"/>
          </a:xfrm>
          <a:prstGeom prst="roundRect">
            <a:avLst>
              <a:gd name="adj" fmla="val 16667"/>
            </a:avLst>
          </a:prstGeom>
          <a:solidFill>
            <a:srgbClr val="B26397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17192514" name="Прямоугольник: скругленные углы 36"/>
          <p:cNvSpPr/>
          <p:nvPr userDrawn="1"/>
        </p:nvSpPr>
        <p:spPr bwMode="auto">
          <a:xfrm>
            <a:off x="3549608" y="4083057"/>
            <a:ext cx="1656000" cy="360000"/>
          </a:xfrm>
          <a:prstGeom prst="roundRect">
            <a:avLst>
              <a:gd name="adj" fmla="val 16667"/>
            </a:avLst>
          </a:prstGeom>
          <a:gradFill>
            <a:gsLst>
              <a:gs pos="1823">
                <a:srgbClr val="D9A3CA"/>
              </a:gs>
              <a:gs pos="38021">
                <a:srgbClr val="B26397"/>
              </a:gs>
              <a:gs pos="69790">
                <a:srgbClr val="B26397"/>
              </a:gs>
              <a:gs pos="77763">
                <a:srgbClr val="A7528D"/>
              </a:gs>
              <a:gs pos="92473">
                <a:srgbClr val="933680"/>
              </a:gs>
              <a:gs pos="100000">
                <a:srgbClr val="8B2C7C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1257556627" name="Прямоугольник: скругленные углы 37"/>
          <p:cNvSpPr/>
          <p:nvPr userDrawn="1"/>
        </p:nvSpPr>
        <p:spPr bwMode="auto">
          <a:xfrm rot="10800000">
            <a:off x="5761555" y="3480819"/>
            <a:ext cx="1656000" cy="360000"/>
          </a:xfrm>
          <a:prstGeom prst="roundRect">
            <a:avLst>
              <a:gd name="adj" fmla="val 16667"/>
            </a:avLst>
          </a:prstGeom>
          <a:solidFill>
            <a:srgbClr val="706F6F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1659727965" name="Прямоугольник: скругленные углы 38"/>
          <p:cNvSpPr/>
          <p:nvPr userDrawn="1"/>
        </p:nvSpPr>
        <p:spPr bwMode="auto">
          <a:xfrm>
            <a:off x="5784430" y="4083057"/>
            <a:ext cx="1656000" cy="360000"/>
          </a:xfrm>
          <a:prstGeom prst="roundRect">
            <a:avLst>
              <a:gd name="adj" fmla="val 16667"/>
            </a:avLst>
          </a:prstGeom>
          <a:gradFill>
            <a:gsLst>
              <a:gs pos="781">
                <a:srgbClr val="BDBCBC"/>
              </a:gs>
              <a:gs pos="38021">
                <a:srgbClr val="706F6F"/>
              </a:gs>
              <a:gs pos="73698">
                <a:srgbClr val="706F6F"/>
              </a:gs>
              <a:gs pos="89976">
                <a:srgbClr val="4E4E4D"/>
              </a:gs>
              <a:gs pos="100000">
                <a:srgbClr val="3C3C3B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1927595286" name="Прямоугольник: скругленные углы 39"/>
          <p:cNvSpPr/>
          <p:nvPr userDrawn="1"/>
        </p:nvSpPr>
        <p:spPr bwMode="auto">
          <a:xfrm rot="10800000">
            <a:off x="6914701" y="5381153"/>
            <a:ext cx="1656000" cy="360000"/>
          </a:xfrm>
          <a:prstGeom prst="roundRect">
            <a:avLst>
              <a:gd name="adj" fmla="val 16667"/>
            </a:avLst>
          </a:prstGeom>
          <a:solidFill>
            <a:srgbClr val="F0CF8C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999459755" name="Прямоугольник: скругленные углы 40"/>
          <p:cNvSpPr/>
          <p:nvPr userDrawn="1"/>
        </p:nvSpPr>
        <p:spPr bwMode="auto">
          <a:xfrm>
            <a:off x="6906718" y="5957884"/>
            <a:ext cx="1656000" cy="360000"/>
          </a:xfrm>
          <a:prstGeom prst="roundRect">
            <a:avLst>
              <a:gd name="adj" fmla="val 16667"/>
            </a:avLst>
          </a:prstGeom>
          <a:gradFill>
            <a:gsLst>
              <a:gs pos="1302">
                <a:srgbClr val="F2DDA8"/>
              </a:gs>
              <a:gs pos="38542">
                <a:srgbClr val="F0CF8C"/>
              </a:gs>
              <a:gs pos="73698">
                <a:srgbClr val="F0CF8C"/>
              </a:gs>
              <a:gs pos="78722">
                <a:srgbClr val="EECB88"/>
              </a:gs>
              <a:gs pos="100000">
                <a:srgbClr val="E5BD78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1768655556" name="Прямоугольник: скругленные углы 41"/>
          <p:cNvSpPr/>
          <p:nvPr userDrawn="1"/>
        </p:nvSpPr>
        <p:spPr bwMode="auto">
          <a:xfrm rot="10800000">
            <a:off x="10185450" y="3480820"/>
            <a:ext cx="1656000" cy="360000"/>
          </a:xfrm>
          <a:prstGeom prst="roundRect">
            <a:avLst>
              <a:gd name="adj" fmla="val 16667"/>
            </a:avLst>
          </a:prstGeom>
          <a:solidFill>
            <a:srgbClr val="3E378D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1470545666" name="Прямоугольник: скругленные углы 42"/>
          <p:cNvSpPr/>
          <p:nvPr userDrawn="1"/>
        </p:nvSpPr>
        <p:spPr bwMode="auto">
          <a:xfrm>
            <a:off x="10201038" y="4083057"/>
            <a:ext cx="1656000" cy="360000"/>
          </a:xfrm>
          <a:prstGeom prst="roundRect">
            <a:avLst>
              <a:gd name="adj" fmla="val 16667"/>
            </a:avLst>
          </a:prstGeom>
          <a:gradFill>
            <a:gsLst>
              <a:gs pos="1302">
                <a:srgbClr val="989DC0"/>
              </a:gs>
              <a:gs pos="38542">
                <a:srgbClr val="3E378D"/>
              </a:gs>
              <a:gs pos="73698">
                <a:srgbClr val="3E378D"/>
              </a:gs>
              <a:gs pos="80968">
                <a:srgbClr val="38327D"/>
              </a:gs>
              <a:gs pos="93429">
                <a:srgbClr val="2E2B67"/>
              </a:gs>
              <a:gs pos="100000">
                <a:srgbClr val="2A295F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1073878937" name="Прямоугольник: скругленные углы 43"/>
          <p:cNvSpPr/>
          <p:nvPr userDrawn="1"/>
        </p:nvSpPr>
        <p:spPr bwMode="auto">
          <a:xfrm rot="10800000">
            <a:off x="3549609" y="5403126"/>
            <a:ext cx="1656000" cy="360000"/>
          </a:xfrm>
          <a:prstGeom prst="roundRect">
            <a:avLst>
              <a:gd name="adj" fmla="val 16667"/>
            </a:avLst>
          </a:prstGeom>
          <a:solidFill>
            <a:srgbClr val="EA7125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1579889301" name="Прямоугольник: скругленные углы 44"/>
          <p:cNvSpPr/>
          <p:nvPr userDrawn="1"/>
        </p:nvSpPr>
        <p:spPr bwMode="auto">
          <a:xfrm>
            <a:off x="3549608" y="5970069"/>
            <a:ext cx="1656000" cy="360000"/>
          </a:xfrm>
          <a:prstGeom prst="roundRect">
            <a:avLst>
              <a:gd name="adj" fmla="val 16667"/>
            </a:avLst>
          </a:prstGeom>
          <a:gradFill>
            <a:gsLst>
              <a:gs pos="2344">
                <a:srgbClr val="F0B789"/>
              </a:gs>
              <a:gs pos="38021">
                <a:srgbClr val="EA7125"/>
              </a:gs>
              <a:gs pos="73698">
                <a:srgbClr val="EA7125"/>
              </a:gs>
              <a:gs pos="83550">
                <a:srgbClr val="CE651F"/>
              </a:gs>
              <a:gs pos="94318">
                <a:srgbClr val="B2591A"/>
              </a:gs>
              <a:gs pos="100000">
                <a:srgbClr val="A85418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726705158" name="Прямоугольник: скругленные углы 45"/>
          <p:cNvSpPr/>
          <p:nvPr userDrawn="1"/>
        </p:nvSpPr>
        <p:spPr bwMode="auto">
          <a:xfrm rot="10800000">
            <a:off x="3549608" y="1903621"/>
            <a:ext cx="1656000" cy="360000"/>
          </a:xfrm>
          <a:prstGeom prst="roundRect">
            <a:avLst>
              <a:gd name="adj" fmla="val 16667"/>
            </a:avLst>
          </a:prstGeom>
          <a:solidFill>
            <a:srgbClr val="007935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1321286390" name="Прямоугольник: скругленные углы 46"/>
          <p:cNvSpPr/>
          <p:nvPr userDrawn="1"/>
        </p:nvSpPr>
        <p:spPr bwMode="auto">
          <a:xfrm>
            <a:off x="3549608" y="2458720"/>
            <a:ext cx="1656000" cy="360000"/>
          </a:xfrm>
          <a:prstGeom prst="roundRect">
            <a:avLst>
              <a:gd name="adj" fmla="val 16667"/>
            </a:avLst>
          </a:prstGeom>
          <a:gradFill>
            <a:gsLst>
              <a:gs pos="1302">
                <a:srgbClr val="A4CD85"/>
              </a:gs>
              <a:gs pos="38021">
                <a:srgbClr val="007935"/>
              </a:gs>
              <a:gs pos="73698">
                <a:srgbClr val="007935"/>
              </a:gs>
              <a:gs pos="74932">
                <a:srgbClr val="007734"/>
              </a:gs>
              <a:gs pos="86756">
                <a:srgbClr val="006029"/>
              </a:gs>
              <a:gs pos="95441">
                <a:srgbClr val="005021"/>
              </a:gs>
              <a:gs pos="100000">
                <a:srgbClr val="00491D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677987139" name="Прямоугольник: скругленные углы 47"/>
          <p:cNvSpPr/>
          <p:nvPr userDrawn="1"/>
        </p:nvSpPr>
        <p:spPr bwMode="auto">
          <a:xfrm rot="10800000">
            <a:off x="342961" y="2618791"/>
            <a:ext cx="1656000" cy="360000"/>
          </a:xfrm>
          <a:prstGeom prst="roundRect">
            <a:avLst>
              <a:gd name="adj" fmla="val 16667"/>
            </a:avLst>
          </a:prstGeom>
          <a:solidFill>
            <a:srgbClr val="5FC1CF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1156254817" name="Прямоугольник: скругленные углы 48"/>
          <p:cNvSpPr/>
          <p:nvPr userDrawn="1"/>
        </p:nvSpPr>
        <p:spPr bwMode="auto">
          <a:xfrm rot="10800000">
            <a:off x="342960" y="3272660"/>
            <a:ext cx="1656000" cy="360000"/>
          </a:xfrm>
          <a:prstGeom prst="roundRect">
            <a:avLst>
              <a:gd name="adj" fmla="val 16667"/>
            </a:avLst>
          </a:prstGeom>
          <a:solidFill>
            <a:srgbClr val="E6E6E6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292159685" name="Прямоугольник: скругленные углы 49"/>
          <p:cNvSpPr/>
          <p:nvPr userDrawn="1"/>
        </p:nvSpPr>
        <p:spPr bwMode="auto">
          <a:xfrm rot="10800000">
            <a:off x="342961" y="1903621"/>
            <a:ext cx="1656000" cy="360000"/>
          </a:xfrm>
          <a:prstGeom prst="roundRect">
            <a:avLst>
              <a:gd name="adj" fmla="val 16667"/>
            </a:avLst>
          </a:prstGeom>
          <a:solidFill>
            <a:srgbClr val="355CA8"/>
          </a:soli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1032012361" name="Прямоугольник: скругленные углы 50"/>
          <p:cNvSpPr/>
          <p:nvPr userDrawn="1"/>
        </p:nvSpPr>
        <p:spPr bwMode="auto">
          <a:xfrm>
            <a:off x="342960" y="3836551"/>
            <a:ext cx="1656000" cy="360000"/>
          </a:xfrm>
          <a:prstGeom prst="roundRect">
            <a:avLst>
              <a:gd name="adj" fmla="val 16667"/>
            </a:avLst>
          </a:prstGeom>
          <a:gradFill>
            <a:gsLst>
              <a:gs pos="8430">
                <a:srgbClr val="5FC1CF"/>
              </a:gs>
              <a:gs pos="56704">
                <a:srgbClr val="3772B3"/>
              </a:gs>
              <a:gs pos="84412">
                <a:srgbClr val="355CA8"/>
              </a:gs>
            </a:gsLst>
            <a:lin ang="10800000" scaled="1"/>
          </a:gradFill>
          <a:ln w="1656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>
              <a:latin typeface="Arial"/>
            </a:endParaRPr>
          </a:p>
        </p:txBody>
      </p:sp>
      <p:sp>
        <p:nvSpPr>
          <p:cNvPr id="2105023227" name="TextBox 51"/>
          <p:cNvSpPr txBox="1"/>
          <p:nvPr userDrawn="1"/>
        </p:nvSpPr>
        <p:spPr bwMode="auto">
          <a:xfrm>
            <a:off x="342960" y="2275453"/>
            <a:ext cx="1656000" cy="22096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0" tIns="0" rIns="0" bIns="0" numCol="1" rtlCol="0" anchor="t" anchorCtr="0" compatLnSpc="1">
            <a:noAutofit/>
          </a:bodyPr>
          <a:lstStyle/>
          <a:p>
            <a:pPr marL="0" indent="0" algn="l" defTabSz="914400">
              <a:buClr>
                <a:schemeClr val="accent5"/>
              </a:buClr>
              <a:buFontTx/>
              <a:buNone/>
              <a:defRPr/>
            </a:pPr>
            <a:r>
              <a:rPr lang="ru-RU" sz="1000">
                <a:latin typeface="Arial"/>
              </a:rPr>
              <a:t>Основной цвет</a:t>
            </a:r>
            <a:endParaRPr/>
          </a:p>
        </p:txBody>
      </p:sp>
      <p:sp>
        <p:nvSpPr>
          <p:cNvPr id="971164703" name="TextBox 52"/>
          <p:cNvSpPr txBox="1"/>
          <p:nvPr userDrawn="1"/>
        </p:nvSpPr>
        <p:spPr bwMode="auto">
          <a:xfrm>
            <a:off x="342960" y="2987314"/>
            <a:ext cx="2948745" cy="18466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0" tIns="0" rIns="0" bIns="0" numCol="1" rtlCol="0" anchor="t" anchorCtr="0" compatLnSpc="1">
            <a:noAutofit/>
          </a:bodyPr>
          <a:lstStyle/>
          <a:p>
            <a:pPr marL="0" indent="0" algn="l" defTabSz="914400">
              <a:buClr>
                <a:schemeClr val="accent5"/>
              </a:buClr>
              <a:buFontTx/>
              <a:buNone/>
              <a:defRPr/>
            </a:pPr>
            <a:r>
              <a:rPr lang="ru-RU" sz="1000">
                <a:latin typeface="Arial"/>
              </a:rPr>
              <a:t>Дополнительный цвет</a:t>
            </a:r>
            <a:endParaRPr/>
          </a:p>
        </p:txBody>
      </p:sp>
      <p:sp>
        <p:nvSpPr>
          <p:cNvPr id="1893097635" name="TextBox 53"/>
          <p:cNvSpPr txBox="1"/>
          <p:nvPr userDrawn="1"/>
        </p:nvSpPr>
        <p:spPr bwMode="auto">
          <a:xfrm>
            <a:off x="336000" y="1286458"/>
            <a:ext cx="3286389" cy="18466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0" tIns="0" rIns="0" bIns="0" numCol="1" rtlCol="0" anchor="t" anchorCtr="0" compatLnSpc="1">
            <a:noAutofit/>
          </a:bodyPr>
          <a:lstStyle/>
          <a:p>
            <a:pPr>
              <a:defRPr/>
            </a:pPr>
            <a:r>
              <a:rPr lang="ru-RU" sz="2400" baseline="30000">
                <a:latin typeface="Arial"/>
              </a:rPr>
              <a:t>Цвета университета</a:t>
            </a:r>
            <a:br>
              <a:rPr lang="ru-RU" sz="2400" baseline="30000">
                <a:latin typeface="Arial"/>
              </a:rPr>
            </a:br>
            <a:r>
              <a:rPr lang="ru-RU" sz="2400" baseline="30000">
                <a:latin typeface="Arial"/>
              </a:rPr>
              <a:t>и филиалов</a:t>
            </a:r>
            <a:endParaRPr/>
          </a:p>
        </p:txBody>
      </p:sp>
      <p:sp>
        <p:nvSpPr>
          <p:cNvPr id="1056111120" name="TextBox 54"/>
          <p:cNvSpPr txBox="1"/>
          <p:nvPr userDrawn="1"/>
        </p:nvSpPr>
        <p:spPr bwMode="auto">
          <a:xfrm>
            <a:off x="342960" y="4398897"/>
            <a:ext cx="2948745" cy="18466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0" tIns="0" rIns="0" bIns="0" numCol="1" rtlCol="0" anchor="t" anchorCtr="0" compatLnSpc="1">
            <a:noAutofit/>
          </a:bodyPr>
          <a:lstStyle/>
          <a:p>
            <a:pPr marL="0" indent="0" algn="l" defTabSz="914400">
              <a:buClr>
                <a:schemeClr val="accent5"/>
              </a:buClr>
              <a:buFontTx/>
              <a:buNone/>
              <a:defRPr/>
            </a:pPr>
            <a:r>
              <a:rPr lang="ru-RU" sz="1000">
                <a:latin typeface="Arial"/>
              </a:rPr>
              <a:t>Градиент</a:t>
            </a:r>
            <a:endParaRPr/>
          </a:p>
        </p:txBody>
      </p:sp>
      <p:sp>
        <p:nvSpPr>
          <p:cNvPr id="1846435877" name="TextBox 55"/>
          <p:cNvSpPr txBox="1"/>
          <p:nvPr userDrawn="1"/>
        </p:nvSpPr>
        <p:spPr bwMode="auto">
          <a:xfrm>
            <a:off x="3549607" y="1312225"/>
            <a:ext cx="3286389" cy="18466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0" tIns="0" rIns="0" bIns="0" numCol="1" rtlCol="0" anchor="t" anchorCtr="0" compatLnSpc="1">
            <a:noAutofit/>
          </a:bodyPr>
          <a:lstStyle/>
          <a:p>
            <a:pPr>
              <a:defRPr/>
            </a:pPr>
            <a:r>
              <a:rPr lang="ru-RU" sz="2400" baseline="30000">
                <a:latin typeface="Arial"/>
              </a:rPr>
              <a:t>Цвета институтов</a:t>
            </a:r>
            <a:endParaRPr/>
          </a:p>
        </p:txBody>
      </p:sp>
      <p:sp>
        <p:nvSpPr>
          <p:cNvPr id="369869444" name="TextBox 56"/>
          <p:cNvSpPr txBox="1"/>
          <p:nvPr userDrawn="1"/>
        </p:nvSpPr>
        <p:spPr bwMode="auto">
          <a:xfrm>
            <a:off x="3549608" y="5108116"/>
            <a:ext cx="3286389" cy="18466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0" tIns="0" rIns="0" bIns="0" numCol="1" rtlCol="0" anchor="t" anchorCtr="0" compatLnSpc="1">
            <a:noAutofit/>
          </a:bodyPr>
          <a:lstStyle/>
          <a:p>
            <a:pPr>
              <a:defRPr/>
            </a:pPr>
            <a:r>
              <a:rPr lang="ru-RU" sz="2400" baseline="30000">
                <a:latin typeface="Arial"/>
              </a:rPr>
              <a:t>Цвет колледжа</a:t>
            </a:r>
            <a:endParaRPr/>
          </a:p>
        </p:txBody>
      </p:sp>
      <p:sp>
        <p:nvSpPr>
          <p:cNvPr id="472227414" name="TextBox 57"/>
          <p:cNvSpPr txBox="1"/>
          <p:nvPr userDrawn="1"/>
        </p:nvSpPr>
        <p:spPr bwMode="auto">
          <a:xfrm>
            <a:off x="6912299" y="5108115"/>
            <a:ext cx="5089201" cy="2193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0" tIns="0" rIns="0" bIns="0" numCol="1" rtlCol="0" anchor="t" anchorCtr="0" compatLnSpc="1">
            <a:noAutofit/>
          </a:bodyPr>
          <a:lstStyle/>
          <a:p>
            <a:pPr>
              <a:defRPr/>
            </a:pPr>
            <a:r>
              <a:rPr lang="ru-RU" sz="2400" baseline="30000">
                <a:latin typeface="Arial"/>
              </a:rPr>
              <a:t>Цвет Института международного образования</a:t>
            </a:r>
            <a:endParaRPr/>
          </a:p>
          <a:p>
            <a:pPr>
              <a:defRPr/>
            </a:pPr>
            <a:endParaRPr lang="ru-RU" sz="2400" baseline="30000">
              <a:latin typeface="Arial"/>
            </a:endParaRPr>
          </a:p>
        </p:txBody>
      </p:sp>
      <p:sp>
        <p:nvSpPr>
          <p:cNvPr id="1099497624" name="TextBox 59"/>
          <p:cNvSpPr txBox="1"/>
          <p:nvPr/>
        </p:nvSpPr>
        <p:spPr bwMode="auto">
          <a:xfrm>
            <a:off x="3549608" y="1695943"/>
            <a:ext cx="1908208" cy="25430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0" tIns="0" rIns="0" bIns="0" numCol="1" rtlCol="0" anchor="t" anchorCtr="0" compatLnSpc="1">
            <a:noAutofit/>
          </a:bodyPr>
          <a:lstStyle/>
          <a:p>
            <a:pPr>
              <a:defRPr/>
            </a:pPr>
            <a:r>
              <a:rPr lang="ru-RU" sz="2400" baseline="30000">
                <a:latin typeface="Arial"/>
              </a:rPr>
              <a:t>ИИИ</a:t>
            </a:r>
            <a:endParaRPr/>
          </a:p>
        </p:txBody>
      </p:sp>
      <p:grpSp>
        <p:nvGrpSpPr>
          <p:cNvPr id="2086107327" name="Группа 95"/>
          <p:cNvGrpSpPr/>
          <p:nvPr userDrawn="1"/>
        </p:nvGrpSpPr>
        <p:grpSpPr bwMode="auto">
          <a:xfrm>
            <a:off x="3549608" y="2263410"/>
            <a:ext cx="1089480" cy="860777"/>
            <a:chOff x="3549608" y="2263410"/>
            <a:chExt cx="1089480" cy="860777"/>
          </a:xfrm>
        </p:grpSpPr>
        <p:sp>
          <p:nvSpPr>
            <p:cNvPr id="61" name="TextBox 60"/>
            <p:cNvSpPr txBox="1"/>
            <p:nvPr/>
          </p:nvSpPr>
          <p:spPr bwMode="auto">
            <a:xfrm>
              <a:off x="3549608" y="2263410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>
                  <a:latin typeface="Arial"/>
                </a:rPr>
                <a:t>Основной цвет</a:t>
              </a:r>
              <a:endParaRPr/>
            </a:p>
          </p:txBody>
        </p:sp>
        <p:sp>
          <p:nvSpPr>
            <p:cNvPr id="62" name="TextBox 61"/>
            <p:cNvSpPr txBox="1"/>
            <p:nvPr/>
          </p:nvSpPr>
          <p:spPr bwMode="auto">
            <a:xfrm>
              <a:off x="3549608" y="2864744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>
                  <a:latin typeface="Arial"/>
                </a:rPr>
                <a:t>Градиент</a:t>
              </a:r>
              <a:endParaRPr/>
            </a:p>
          </p:txBody>
        </p:sp>
      </p:grpSp>
      <p:sp>
        <p:nvSpPr>
          <p:cNvPr id="285024656" name="TextBox 62"/>
          <p:cNvSpPr txBox="1"/>
          <p:nvPr userDrawn="1"/>
        </p:nvSpPr>
        <p:spPr bwMode="auto">
          <a:xfrm>
            <a:off x="342960" y="5185809"/>
            <a:ext cx="2298065" cy="64620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0" tIns="0" rIns="0" bIns="0" numCol="1" rtlCol="0" anchor="t" anchorCtr="0" compatLnSpc="1">
            <a:noAutofit/>
          </a:bodyPr>
          <a:lstStyle/>
          <a:p>
            <a:pPr>
              <a:defRPr/>
            </a:pPr>
            <a:r>
              <a:rPr lang="ru-RU" sz="2400" baseline="30000">
                <a:latin typeface="Arial"/>
              </a:rPr>
              <a:t>Чтобы взять необходимый цвет на слайд, воспользуйтесь инструментом «Пипетка»</a:t>
            </a:r>
            <a:endParaRPr/>
          </a:p>
        </p:txBody>
      </p:sp>
      <p:grpSp>
        <p:nvGrpSpPr>
          <p:cNvPr id="270566907" name="Группа 96"/>
          <p:cNvGrpSpPr/>
          <p:nvPr userDrawn="1"/>
        </p:nvGrpSpPr>
        <p:grpSpPr bwMode="auto">
          <a:xfrm>
            <a:off x="3549608" y="3292514"/>
            <a:ext cx="1908208" cy="1428244"/>
            <a:chOff x="3549608" y="3292514"/>
            <a:chExt cx="1908208" cy="1428244"/>
          </a:xfrm>
        </p:grpSpPr>
        <p:sp>
          <p:nvSpPr>
            <p:cNvPr id="65" name="TextBox 64"/>
            <p:cNvSpPr txBox="1"/>
            <p:nvPr/>
          </p:nvSpPr>
          <p:spPr bwMode="auto">
            <a:xfrm>
              <a:off x="3549608" y="3292514"/>
              <a:ext cx="1908208" cy="25430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>
                <a:defRPr/>
              </a:pPr>
              <a:r>
                <a:rPr lang="ru-RU" sz="2400" baseline="30000">
                  <a:latin typeface="Arial"/>
                </a:rPr>
                <a:t>ИТХТ</a:t>
              </a:r>
              <a:endParaRPr/>
            </a:p>
          </p:txBody>
        </p:sp>
        <p:sp>
          <p:nvSpPr>
            <p:cNvPr id="66" name="TextBox 65"/>
            <p:cNvSpPr txBox="1"/>
            <p:nvPr/>
          </p:nvSpPr>
          <p:spPr bwMode="auto">
            <a:xfrm>
              <a:off x="3549608" y="3859981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>
                  <a:latin typeface="Arial"/>
                </a:rPr>
                <a:t>Основной цвет</a:t>
              </a:r>
              <a:endParaRPr/>
            </a:p>
          </p:txBody>
        </p:sp>
        <p:sp>
          <p:nvSpPr>
            <p:cNvPr id="67" name="TextBox 66"/>
            <p:cNvSpPr txBox="1"/>
            <p:nvPr/>
          </p:nvSpPr>
          <p:spPr bwMode="auto">
            <a:xfrm>
              <a:off x="3549608" y="4461315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>
                  <a:latin typeface="Arial"/>
                </a:rPr>
                <a:t>Градиент</a:t>
              </a:r>
              <a:endParaRPr/>
            </a:p>
          </p:txBody>
        </p:sp>
      </p:grpSp>
      <p:grpSp>
        <p:nvGrpSpPr>
          <p:cNvPr id="462952110" name="Группа 67"/>
          <p:cNvGrpSpPr/>
          <p:nvPr userDrawn="1"/>
        </p:nvGrpSpPr>
        <p:grpSpPr bwMode="auto">
          <a:xfrm>
            <a:off x="5770294" y="1695943"/>
            <a:ext cx="1908208" cy="1428244"/>
            <a:chOff x="3549608" y="1695943"/>
            <a:chExt cx="1908208" cy="1428244"/>
          </a:xfrm>
        </p:grpSpPr>
        <p:sp>
          <p:nvSpPr>
            <p:cNvPr id="69" name="TextBox 68"/>
            <p:cNvSpPr txBox="1"/>
            <p:nvPr/>
          </p:nvSpPr>
          <p:spPr bwMode="auto">
            <a:xfrm>
              <a:off x="3549608" y="1695943"/>
              <a:ext cx="1908208" cy="25430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>
                <a:defRPr/>
              </a:pPr>
              <a:r>
                <a:rPr lang="ru-RU" sz="2400" baseline="30000">
                  <a:latin typeface="Arial"/>
                </a:rPr>
                <a:t>ИРИ</a:t>
              </a:r>
              <a:endParaRPr/>
            </a:p>
          </p:txBody>
        </p:sp>
        <p:sp>
          <p:nvSpPr>
            <p:cNvPr id="70" name="TextBox 69"/>
            <p:cNvSpPr txBox="1"/>
            <p:nvPr/>
          </p:nvSpPr>
          <p:spPr bwMode="auto">
            <a:xfrm>
              <a:off x="3568005" y="2263410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>
                  <a:latin typeface="Arial"/>
                </a:rPr>
                <a:t>Основной цвет</a:t>
              </a:r>
              <a:endParaRPr/>
            </a:p>
          </p:txBody>
        </p:sp>
        <p:sp>
          <p:nvSpPr>
            <p:cNvPr id="71" name="TextBox 70"/>
            <p:cNvSpPr txBox="1"/>
            <p:nvPr/>
          </p:nvSpPr>
          <p:spPr bwMode="auto">
            <a:xfrm>
              <a:off x="3568005" y="2864744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>
                  <a:latin typeface="Arial"/>
                </a:rPr>
                <a:t>Градиент</a:t>
              </a:r>
              <a:endParaRPr/>
            </a:p>
          </p:txBody>
        </p:sp>
      </p:grpSp>
      <p:grpSp>
        <p:nvGrpSpPr>
          <p:cNvPr id="1400635774" name="Группа 71"/>
          <p:cNvGrpSpPr/>
          <p:nvPr userDrawn="1"/>
        </p:nvGrpSpPr>
        <p:grpSpPr bwMode="auto">
          <a:xfrm>
            <a:off x="5770294" y="3292514"/>
            <a:ext cx="1908208" cy="1428244"/>
            <a:chOff x="3549608" y="1695943"/>
            <a:chExt cx="1908208" cy="1428244"/>
          </a:xfrm>
        </p:grpSpPr>
        <p:sp>
          <p:nvSpPr>
            <p:cNvPr id="73" name="TextBox 72"/>
            <p:cNvSpPr txBox="1"/>
            <p:nvPr/>
          </p:nvSpPr>
          <p:spPr bwMode="auto">
            <a:xfrm>
              <a:off x="3549608" y="1695943"/>
              <a:ext cx="1908208" cy="25430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>
                <a:defRPr/>
              </a:pPr>
              <a:r>
                <a:rPr lang="ru-RU" sz="2400" baseline="30000">
                  <a:latin typeface="Arial"/>
                </a:rPr>
                <a:t>ИИТ</a:t>
              </a:r>
              <a:endParaRPr/>
            </a:p>
          </p:txBody>
        </p:sp>
        <p:sp>
          <p:nvSpPr>
            <p:cNvPr id="74" name="TextBox 73"/>
            <p:cNvSpPr txBox="1"/>
            <p:nvPr/>
          </p:nvSpPr>
          <p:spPr bwMode="auto">
            <a:xfrm>
              <a:off x="3568005" y="2263410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>
                  <a:latin typeface="Arial"/>
                </a:rPr>
                <a:t>Основной цвет</a:t>
              </a:r>
              <a:endParaRPr/>
            </a:p>
          </p:txBody>
        </p:sp>
        <p:sp>
          <p:nvSpPr>
            <p:cNvPr id="75" name="TextBox 74"/>
            <p:cNvSpPr txBox="1"/>
            <p:nvPr/>
          </p:nvSpPr>
          <p:spPr bwMode="auto">
            <a:xfrm>
              <a:off x="3568005" y="2864744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>
                  <a:latin typeface="Arial"/>
                </a:rPr>
                <a:t>Градиент</a:t>
              </a:r>
              <a:endParaRPr/>
            </a:p>
          </p:txBody>
        </p:sp>
      </p:grpSp>
      <p:grpSp>
        <p:nvGrpSpPr>
          <p:cNvPr id="1357877496" name="Группа 91"/>
          <p:cNvGrpSpPr/>
          <p:nvPr userDrawn="1"/>
        </p:nvGrpSpPr>
        <p:grpSpPr bwMode="auto">
          <a:xfrm>
            <a:off x="7961951" y="1695943"/>
            <a:ext cx="1908208" cy="1428244"/>
            <a:chOff x="7961951" y="1695943"/>
            <a:chExt cx="1908208" cy="1428244"/>
          </a:xfrm>
        </p:grpSpPr>
        <p:sp>
          <p:nvSpPr>
            <p:cNvPr id="77" name="TextBox 76"/>
            <p:cNvSpPr txBox="1"/>
            <p:nvPr/>
          </p:nvSpPr>
          <p:spPr bwMode="auto">
            <a:xfrm>
              <a:off x="7961951" y="1695943"/>
              <a:ext cx="1908208" cy="25430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>
                <a:defRPr/>
              </a:pPr>
              <a:r>
                <a:rPr lang="ru-RU" sz="2400" baseline="30000">
                  <a:latin typeface="Arial"/>
                </a:rPr>
                <a:t>ИКБ</a:t>
              </a:r>
              <a:endParaRPr/>
            </a:p>
          </p:txBody>
        </p:sp>
        <p:sp>
          <p:nvSpPr>
            <p:cNvPr id="78" name="TextBox 77"/>
            <p:cNvSpPr txBox="1"/>
            <p:nvPr/>
          </p:nvSpPr>
          <p:spPr bwMode="auto">
            <a:xfrm>
              <a:off x="7961951" y="2263410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>
                  <a:latin typeface="Arial"/>
                </a:rPr>
                <a:t>Основной цвет</a:t>
              </a:r>
              <a:endParaRPr/>
            </a:p>
          </p:txBody>
        </p:sp>
        <p:sp>
          <p:nvSpPr>
            <p:cNvPr id="79" name="TextBox 78"/>
            <p:cNvSpPr txBox="1"/>
            <p:nvPr/>
          </p:nvSpPr>
          <p:spPr bwMode="auto">
            <a:xfrm>
              <a:off x="7961951" y="2864744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>
                  <a:latin typeface="Arial"/>
                </a:rPr>
                <a:t>Градиент</a:t>
              </a:r>
              <a:endParaRPr/>
            </a:p>
          </p:txBody>
        </p:sp>
      </p:grpSp>
      <p:grpSp>
        <p:nvGrpSpPr>
          <p:cNvPr id="1492658067" name="Группа 92"/>
          <p:cNvGrpSpPr/>
          <p:nvPr userDrawn="1"/>
        </p:nvGrpSpPr>
        <p:grpSpPr bwMode="auto">
          <a:xfrm>
            <a:off x="7961951" y="3292514"/>
            <a:ext cx="1908208" cy="1428244"/>
            <a:chOff x="7961951" y="3292514"/>
            <a:chExt cx="1908208" cy="1428244"/>
          </a:xfrm>
        </p:grpSpPr>
        <p:sp>
          <p:nvSpPr>
            <p:cNvPr id="81" name="TextBox 80"/>
            <p:cNvSpPr txBox="1"/>
            <p:nvPr/>
          </p:nvSpPr>
          <p:spPr bwMode="auto">
            <a:xfrm>
              <a:off x="7961951" y="3292514"/>
              <a:ext cx="1908208" cy="25430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>
                <a:defRPr/>
              </a:pPr>
              <a:r>
                <a:rPr lang="ru-RU" sz="2400" baseline="30000">
                  <a:latin typeface="Arial"/>
                </a:rPr>
                <a:t>ИТУ</a:t>
              </a:r>
              <a:endParaRPr/>
            </a:p>
          </p:txBody>
        </p:sp>
        <p:sp>
          <p:nvSpPr>
            <p:cNvPr id="82" name="TextBox 81"/>
            <p:cNvSpPr txBox="1"/>
            <p:nvPr/>
          </p:nvSpPr>
          <p:spPr bwMode="auto">
            <a:xfrm>
              <a:off x="7961951" y="3859981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>
                  <a:latin typeface="Arial"/>
                </a:rPr>
                <a:t>Основной цвет</a:t>
              </a:r>
              <a:endParaRPr/>
            </a:p>
          </p:txBody>
        </p:sp>
        <p:sp>
          <p:nvSpPr>
            <p:cNvPr id="83" name="TextBox 82"/>
            <p:cNvSpPr txBox="1"/>
            <p:nvPr/>
          </p:nvSpPr>
          <p:spPr bwMode="auto">
            <a:xfrm>
              <a:off x="7961951" y="4461315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>
                  <a:latin typeface="Arial"/>
                </a:rPr>
                <a:t>Градиент</a:t>
              </a:r>
              <a:endParaRPr/>
            </a:p>
          </p:txBody>
        </p:sp>
      </p:grpSp>
      <p:grpSp>
        <p:nvGrpSpPr>
          <p:cNvPr id="415093428" name="Группа 94"/>
          <p:cNvGrpSpPr/>
          <p:nvPr userDrawn="1"/>
        </p:nvGrpSpPr>
        <p:grpSpPr bwMode="auto">
          <a:xfrm>
            <a:off x="10197151" y="1695943"/>
            <a:ext cx="1908208" cy="1428244"/>
            <a:chOff x="10197151" y="1695943"/>
            <a:chExt cx="1908208" cy="1428244"/>
          </a:xfrm>
        </p:grpSpPr>
        <p:sp>
          <p:nvSpPr>
            <p:cNvPr id="85" name="TextBox 84"/>
            <p:cNvSpPr txBox="1"/>
            <p:nvPr/>
          </p:nvSpPr>
          <p:spPr bwMode="auto">
            <a:xfrm>
              <a:off x="10197151" y="1695943"/>
              <a:ext cx="1908208" cy="25430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>
                <a:defRPr/>
              </a:pPr>
              <a:r>
                <a:rPr lang="ru-RU" sz="2400" baseline="30000">
                  <a:latin typeface="Arial"/>
                </a:rPr>
                <a:t>ИПТИП</a:t>
              </a:r>
              <a:endParaRPr/>
            </a:p>
          </p:txBody>
        </p:sp>
        <p:sp>
          <p:nvSpPr>
            <p:cNvPr id="86" name="TextBox 85"/>
            <p:cNvSpPr txBox="1"/>
            <p:nvPr/>
          </p:nvSpPr>
          <p:spPr bwMode="auto">
            <a:xfrm>
              <a:off x="10197151" y="2263410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>
                  <a:latin typeface="Arial"/>
                </a:rPr>
                <a:t>Основной цвет</a:t>
              </a:r>
              <a:endParaRPr/>
            </a:p>
          </p:txBody>
        </p:sp>
        <p:sp>
          <p:nvSpPr>
            <p:cNvPr id="87" name="TextBox 86"/>
            <p:cNvSpPr txBox="1"/>
            <p:nvPr/>
          </p:nvSpPr>
          <p:spPr bwMode="auto">
            <a:xfrm>
              <a:off x="10197151" y="2864744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>
                  <a:latin typeface="Arial"/>
                </a:rPr>
                <a:t>Градиент</a:t>
              </a:r>
              <a:endParaRPr/>
            </a:p>
          </p:txBody>
        </p:sp>
      </p:grpSp>
      <p:grpSp>
        <p:nvGrpSpPr>
          <p:cNvPr id="1868630267" name="Группа 93"/>
          <p:cNvGrpSpPr/>
          <p:nvPr userDrawn="1"/>
        </p:nvGrpSpPr>
        <p:grpSpPr bwMode="auto">
          <a:xfrm>
            <a:off x="10197151" y="3292514"/>
            <a:ext cx="1908208" cy="1428244"/>
            <a:chOff x="10197151" y="3292514"/>
            <a:chExt cx="1908208" cy="1428244"/>
          </a:xfrm>
        </p:grpSpPr>
        <p:sp>
          <p:nvSpPr>
            <p:cNvPr id="89" name="TextBox 88"/>
            <p:cNvSpPr txBox="1"/>
            <p:nvPr/>
          </p:nvSpPr>
          <p:spPr bwMode="auto">
            <a:xfrm>
              <a:off x="10197151" y="3292514"/>
              <a:ext cx="1908208" cy="254304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>
                <a:defRPr/>
              </a:pPr>
              <a:r>
                <a:rPr lang="ru-RU" sz="2400" baseline="30000">
                  <a:latin typeface="Arial"/>
                </a:rPr>
                <a:t>ПИШ</a:t>
              </a:r>
              <a:endParaRPr/>
            </a:p>
          </p:txBody>
        </p:sp>
        <p:sp>
          <p:nvSpPr>
            <p:cNvPr id="90" name="TextBox 89"/>
            <p:cNvSpPr txBox="1"/>
            <p:nvPr/>
          </p:nvSpPr>
          <p:spPr bwMode="auto">
            <a:xfrm>
              <a:off x="10197151" y="3859981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>
                  <a:latin typeface="Arial"/>
                </a:rPr>
                <a:t>Основной цвет</a:t>
              </a:r>
              <a:endParaRPr/>
            </a:p>
          </p:txBody>
        </p:sp>
        <p:sp>
          <p:nvSpPr>
            <p:cNvPr id="91" name="TextBox 90"/>
            <p:cNvSpPr txBox="1"/>
            <p:nvPr/>
          </p:nvSpPr>
          <p:spPr bwMode="auto">
            <a:xfrm>
              <a:off x="10197151" y="4461315"/>
              <a:ext cx="1089480" cy="259443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vert="horz" wrap="square" lIns="0" tIns="0" rIns="0" bIns="0" numCol="1" rtlCol="0" anchor="t" anchorCtr="0" compatLnSpc="1">
              <a:noAutofit/>
            </a:bodyPr>
            <a:lstStyle/>
            <a:p>
              <a:pPr marL="0" indent="0" algn="l" defTabSz="914400">
                <a:buClr>
                  <a:schemeClr val="accent5"/>
                </a:buClr>
                <a:buFontTx/>
                <a:buNone/>
                <a:defRPr/>
              </a:pPr>
              <a:r>
                <a:rPr lang="ru-RU" sz="1000">
                  <a:latin typeface="Arial"/>
                </a:rPr>
                <a:t>Градиент</a:t>
              </a: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Базовый слайд с подзаголовком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857432321" name="Object 8"/>
          <p:cNvGraphicFramePr>
            <a:graphicFrameLocks xmlns:a="http://schemas.openxmlformats.org/drawingml/2006/main" noChangeAspect="1"/>
          </p:cNvGraphicFramePr>
          <p:nvPr/>
        </p:nvGraphicFramePr>
        <p:xfrm>
          <a:off x="1959" y="1597"/>
          <a:ext cx="1953" cy="1587"/>
        </p:xfrm>
        <a:graphic>
          <a:graphicData uri="http://schemas.openxmlformats.org/presentationml/2006/ole">
            <p:oleObj name="oleObj" r:id="rId3" imgW="8890" imgH="8890" progId="TCLayout.ActiveDocument.1">
              <p:embed/>
              <p:pic>
                <p:nvPicPr>
                  <p:cNvPr id="857432321" name="Object 8"/>
                  <p:cNvPicPr/>
                  <p:nvPr/>
                </p:nvPicPr>
                <p:blipFill rotWithShape="1">
                  <a:blip r:embed="rId2"/>
                  <a:stretch/>
                </p:blipFill>
                <p:spPr bwMode="auto">
                  <a:xfrm>
                    <a:off x="1959" y="1597"/>
                    <a:ext cx="1953" cy="1587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sp>
        <p:nvSpPr>
          <p:cNvPr id="1116936843" name="Прямоугольник 2" hidden="1"/>
          <p:cNvSpPr/>
          <p:nvPr/>
        </p:nvSpPr>
        <p:spPr bwMode="auto"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20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384676930" name="Subtitle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347661" y="908725"/>
            <a:ext cx="10398685" cy="215444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ru-RU" sz="1400">
                <a:solidFill>
                  <a:schemeClr val="accent6"/>
                </a:solidFill>
                <a:latin typeface="Arial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 defTabSz="914400">
              <a:defRPr/>
            </a:pPr>
            <a:r>
              <a:rPr lang="ru-RU"/>
              <a:t>Подзаголовок</a:t>
            </a:r>
            <a:r>
              <a:rPr lang="en-US"/>
              <a:t> (14 pt )</a:t>
            </a:r>
            <a:endParaRPr lang="ru-RU"/>
          </a:p>
        </p:txBody>
      </p:sp>
      <p:sp>
        <p:nvSpPr>
          <p:cNvPr id="974488142" name="Заголовок 3"/>
          <p:cNvSpPr>
            <a:spLocks noGrp="1"/>
          </p:cNvSpPr>
          <p:nvPr>
            <p:ph type="title" hasCustomPrompt="1"/>
          </p:nvPr>
        </p:nvSpPr>
        <p:spPr bwMode="auto">
          <a:xfrm>
            <a:off x="347661" y="57633"/>
            <a:ext cx="10398685" cy="738664"/>
          </a:xfrm>
        </p:spPr>
        <p:txBody>
          <a:bodyPr vert="horz"/>
          <a:lstStyle>
            <a:lvl1pPr algn="l" defTabSz="914400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chemeClr val="accent5"/>
                </a:solidFill>
                <a:latin typeface="Arial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ru-RU"/>
              <a:t>Заголовок может быть набран </a:t>
            </a:r>
            <a:br>
              <a:rPr lang="ru-RU"/>
            </a:br>
            <a:r>
              <a:rPr lang="ru-RU"/>
              <a:t>в одну или две строки (24 </a:t>
            </a:r>
            <a:r>
              <a:rPr lang="en-US"/>
              <a:t>pt) </a:t>
            </a:r>
            <a:endParaRPr lang="ru-RU"/>
          </a:p>
        </p:txBody>
      </p:sp>
      <p:sp>
        <p:nvSpPr>
          <p:cNvPr id="1317428111" name="Rectangle 12"/>
          <p:cNvSpPr/>
          <p:nvPr userDrawn="1"/>
        </p:nvSpPr>
        <p:spPr bwMode="auto"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pPr marL="0" marR="0" lvl="0" indent="0" algn="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E423E46-B7A0-4744-B3E1-320992BDBEC7}" type="slidenum">
              <a:rPr lang="ru-RU" sz="1000" b="0" i="0" u="none" strike="noStrike" cap="none" spc="0">
                <a:ln>
                  <a:noFill/>
                </a:ln>
                <a:solidFill>
                  <a:schemeClr val="accent5"/>
                </a:solidFill>
                <a:latin typeface="Arial"/>
                <a:ea typeface="+mn-ea"/>
                <a:cs typeface="+mn-cs"/>
              </a:rPr>
              <a:t>‹#›</a:t>
            </a:fld>
            <a:endParaRPr lang="ru-RU" sz="1000" b="0" i="0" u="none" strike="noStrike" cap="none" spc="0">
              <a:ln>
                <a:noFill/>
              </a:ln>
              <a:solidFill>
                <a:schemeClr val="accent5"/>
              </a:solidFill>
              <a:latin typeface="Arial"/>
              <a:ea typeface="+mn-ea"/>
              <a:cs typeface="+mn-cs"/>
            </a:endParaRPr>
          </a:p>
        </p:txBody>
      </p:sp>
      <p:cxnSp>
        <p:nvCxnSpPr>
          <p:cNvPr id="1172799122" name="Прямая соединительная линия 4"/>
          <p:cNvCxnSpPr/>
          <p:nvPr userDrawn="1"/>
        </p:nvCxnSpPr>
        <p:spPr bwMode="auto">
          <a:xfrm>
            <a:off x="11611219" y="6400800"/>
            <a:ext cx="0" cy="4572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pSp>
        <p:nvGrpSpPr>
          <p:cNvPr id="2126333384" name="Группа 1"/>
          <p:cNvGrpSpPr/>
          <p:nvPr userDrawn="1"/>
        </p:nvGrpSpPr>
        <p:grpSpPr bwMode="auto">
          <a:xfrm>
            <a:off x="11113862" y="171149"/>
            <a:ext cx="743176" cy="521001"/>
            <a:chOff x="4091278" y="2349598"/>
            <a:chExt cx="3638550" cy="2550793"/>
          </a:xfrm>
          <a:solidFill>
            <a:srgbClr val="365CA7"/>
          </a:solidFill>
        </p:grpSpPr>
        <p:sp>
          <p:nvSpPr>
            <p:cNvPr id="6" name="Полилиния: фигура 5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fill="norm" stroke="1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7" name="Полилиния: фигура 6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fill="norm" stroke="1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10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28" name="Полилиния: фигура 27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fill="norm" stroke="1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9" name="Полилиния: фигура 28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fill="norm" stroke="1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26" name="Полилиния: фигура 25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fill="norm" stroke="1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7" name="Полилиния: фигура 26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fill="norm" stroke="1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12" name="Полилиния: фигура 11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fill="norm" stroke="1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14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24" name="Полилиния: фигура 23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fill="norm" stroke="1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5" name="Полилиния: фигура 24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fill="norm" stroke="1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22" name="Полилиния: фигура 21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fill="norm" stroke="1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3" name="Полилиния: фигура 22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fill="norm" stroke="1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20" name="Полилиния: фигура 19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fill="norm" stroke="1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1" name="Полилиния: фигура 20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fill="norm" stroke="1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7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18" name="Полилиния: фигура 17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fill="norm" stroke="1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9" name="Полилиния: фигура 18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fill="norm" stroke="1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</p:grpSp>
      <p:sp>
        <p:nvSpPr>
          <p:cNvPr id="1832870644" name="Text Placeholder 6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347661" y="1981200"/>
            <a:ext cx="5573272" cy="4344987"/>
          </a:xfrm>
          <a:prstGeom prst="rect">
            <a:avLst/>
          </a:prstGeom>
          <a:ln>
            <a:noFill/>
          </a:ln>
        </p:spPr>
        <p:txBody>
          <a:bodyPr lIns="0" tIns="0" rIns="0" bIns="0">
            <a:noAutofit/>
          </a:bodyPr>
          <a:lstStyle>
            <a:lvl1pPr marL="0" marR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/>
              <a:buNone/>
              <a:defRPr lang="ru-RU" sz="1200">
                <a:solidFill>
                  <a:schemeClr val="tx2"/>
                </a:solidFill>
                <a:latin typeface="Arial"/>
                <a:ea typeface="+mn-ea"/>
                <a:cs typeface="+mn-cs"/>
              </a:defRPr>
            </a:lvl1pPr>
            <a:lvl2pPr marL="144145" indent="-144145">
              <a:buClr>
                <a:schemeClr val="accent5"/>
              </a:buClr>
              <a:buFont typeface="Wingdings"/>
              <a:buChar char="§"/>
              <a:defRPr>
                <a:solidFill>
                  <a:schemeClr val="tx2"/>
                </a:solidFill>
              </a:defRPr>
            </a:lvl2pPr>
            <a:lvl3pPr>
              <a:buClr>
                <a:schemeClr val="accent5"/>
              </a:buClr>
              <a:defRPr>
                <a:solidFill>
                  <a:schemeClr val="tx2"/>
                </a:solidFill>
              </a:defRPr>
            </a:lvl3pPr>
            <a:lvl4pPr>
              <a:buClr>
                <a:schemeClr val="accent5"/>
              </a:buClr>
              <a:defRPr>
                <a:solidFill>
                  <a:schemeClr val="tx2"/>
                </a:solidFill>
              </a:defRPr>
            </a:lvl4pPr>
            <a:lvl5pPr>
              <a:buClr>
                <a:schemeClr val="accent5"/>
              </a:buClr>
              <a:defRPr>
                <a:solidFill>
                  <a:schemeClr val="tx2"/>
                </a:solidFill>
              </a:defRPr>
            </a:lvl5pPr>
          </a:lstStyle>
          <a:p>
            <a:pPr lvl="0">
              <a:defRPr/>
            </a:pPr>
            <a:r>
              <a:rPr lang="ru-RU"/>
              <a:t>В данное поле необходимо добавить текст.</a:t>
            </a:r>
            <a:endParaRPr/>
          </a:p>
        </p:txBody>
      </p:sp>
      <p:sp>
        <p:nvSpPr>
          <p:cNvPr id="2126123893" name="Рисунок 31"/>
          <p:cNvSpPr>
            <a:spLocks noGrp="1"/>
          </p:cNvSpPr>
          <p:nvPr>
            <p:ph type="pic" sz="quarter" idx="14"/>
          </p:nvPr>
        </p:nvSpPr>
        <p:spPr bwMode="auto">
          <a:xfrm>
            <a:off x="6297053" y="1268413"/>
            <a:ext cx="5559985" cy="50577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>
            <a:lvl1pPr>
              <a:defRPr>
                <a:latin typeface="Arial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526198565" name="Текст 42"/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347661" y="1268413"/>
            <a:ext cx="5573272" cy="573087"/>
          </a:xfrm>
          <a:prstGeom prst="rect">
            <a:avLst/>
          </a:prstGeom>
        </p:spPr>
        <p:txBody>
          <a:bodyPr lIns="0" tIns="0" rIns="0" bIns="0"/>
          <a:lstStyle>
            <a:lvl1pPr>
              <a:defRPr sz="1600" b="1">
                <a:solidFill>
                  <a:schemeClr val="accent5"/>
                </a:solidFill>
                <a:latin typeface="Arial"/>
              </a:defRPr>
            </a:lvl1pPr>
            <a:lvl2pPr>
              <a:defRPr sz="1600" b="1">
                <a:solidFill>
                  <a:schemeClr val="accent5"/>
                </a:solidFill>
              </a:defRPr>
            </a:lvl2pPr>
            <a:lvl3pPr>
              <a:defRPr sz="1600" b="1">
                <a:solidFill>
                  <a:schemeClr val="accent5"/>
                </a:solidFill>
              </a:defRPr>
            </a:lvl3pPr>
            <a:lvl4pPr>
              <a:defRPr sz="1600" b="1">
                <a:solidFill>
                  <a:schemeClr val="accent5"/>
                </a:solidFill>
              </a:defRPr>
            </a:lvl4pPr>
            <a:lvl5pPr>
              <a:defRPr sz="1600" b="1">
                <a:solidFill>
                  <a:schemeClr val="accent5"/>
                </a:solidFill>
              </a:defRPr>
            </a:lvl5pPr>
          </a:lstStyle>
          <a:p>
            <a:pPr lvl="0">
              <a:defRPr/>
            </a:pPr>
            <a:r>
              <a:rPr lang="ru-RU"/>
              <a:t>Заголовок может быть набран</a:t>
            </a:r>
            <a:br>
              <a:rPr lang="ru-RU"/>
            </a:br>
            <a:r>
              <a:rPr lang="ru-RU"/>
              <a:t>в две или три строки (14 </a:t>
            </a:r>
            <a:r>
              <a:rPr lang="ru-RU"/>
              <a:t>pt</a:t>
            </a:r>
            <a:r>
              <a:rPr lang="ru-RU"/>
              <a:t>)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Базовый слайд с несколькими изображениям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2918289" name="Рисунок 31"/>
          <p:cNvSpPr>
            <a:spLocks noGrp="1"/>
          </p:cNvSpPr>
          <p:nvPr>
            <p:ph type="pic" sz="quarter" idx="14"/>
          </p:nvPr>
        </p:nvSpPr>
        <p:spPr bwMode="auto">
          <a:xfrm>
            <a:off x="4915955" y="1268413"/>
            <a:ext cx="2251880" cy="209285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>
            <a:lvl1pPr>
              <a:defRPr>
                <a:latin typeface="Arial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485275867" name="Рисунок 31"/>
          <p:cNvSpPr>
            <a:spLocks noGrp="1"/>
          </p:cNvSpPr>
          <p:nvPr>
            <p:ph type="pic" sz="quarter" idx="20"/>
          </p:nvPr>
        </p:nvSpPr>
        <p:spPr bwMode="auto">
          <a:xfrm>
            <a:off x="7268181" y="1268413"/>
            <a:ext cx="2251880" cy="209285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>
            <a:lvl1pPr>
              <a:defRPr>
                <a:latin typeface="Arial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76281315" name="Рисунок 31"/>
          <p:cNvSpPr>
            <a:spLocks noGrp="1"/>
          </p:cNvSpPr>
          <p:nvPr>
            <p:ph type="pic" sz="quarter" idx="21"/>
          </p:nvPr>
        </p:nvSpPr>
        <p:spPr bwMode="auto">
          <a:xfrm>
            <a:off x="9620407" y="1268413"/>
            <a:ext cx="2251880" cy="209285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>
            <a:lvl1pPr>
              <a:defRPr>
                <a:latin typeface="Arial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782339967" name="Рисунок 31"/>
          <p:cNvSpPr>
            <a:spLocks noGrp="1"/>
          </p:cNvSpPr>
          <p:nvPr>
            <p:ph type="pic" sz="quarter" idx="22"/>
          </p:nvPr>
        </p:nvSpPr>
        <p:spPr bwMode="auto">
          <a:xfrm>
            <a:off x="4915955" y="3465513"/>
            <a:ext cx="2251880" cy="209285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>
            <a:lvl1pPr>
              <a:defRPr>
                <a:latin typeface="Arial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067083202" name="Рисунок 31"/>
          <p:cNvSpPr>
            <a:spLocks noGrp="1"/>
          </p:cNvSpPr>
          <p:nvPr>
            <p:ph type="pic" sz="quarter" idx="23"/>
          </p:nvPr>
        </p:nvSpPr>
        <p:spPr bwMode="auto">
          <a:xfrm>
            <a:off x="7268181" y="3465513"/>
            <a:ext cx="2251880" cy="209285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>
            <a:lvl1pPr>
              <a:defRPr>
                <a:latin typeface="Arial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27323128" name="Рисунок 31"/>
          <p:cNvSpPr>
            <a:spLocks noGrp="1"/>
          </p:cNvSpPr>
          <p:nvPr>
            <p:ph type="pic" sz="quarter" idx="24"/>
          </p:nvPr>
        </p:nvSpPr>
        <p:spPr bwMode="auto">
          <a:xfrm>
            <a:off x="9620407" y="3465513"/>
            <a:ext cx="2251880" cy="209285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/>
          <a:lstStyle>
            <a:lvl1pPr>
              <a:defRPr>
                <a:latin typeface="Arial"/>
              </a:defRPr>
            </a:lvl1pPr>
          </a:lstStyle>
          <a:p>
            <a:pPr>
              <a:defRPr/>
            </a:pPr>
            <a:endParaRPr lang="ru-RU"/>
          </a:p>
        </p:txBody>
      </p:sp>
      <p:graphicFrame>
        <p:nvGraphicFramePr>
          <p:cNvPr id="378802466" name="Object 8"/>
          <p:cNvGraphicFramePr>
            <a:graphicFrameLocks xmlns:a="http://schemas.openxmlformats.org/drawingml/2006/main" noChangeAspect="1"/>
          </p:cNvGraphicFramePr>
          <p:nvPr/>
        </p:nvGraphicFramePr>
        <p:xfrm>
          <a:off x="1959" y="1597"/>
          <a:ext cx="1953" cy="1587"/>
        </p:xfrm>
        <a:graphic>
          <a:graphicData uri="http://schemas.openxmlformats.org/presentationml/2006/ole">
            <p:oleObj name="oleObj" r:id="rId3" imgW="8890" imgH="8890" progId="TCLayout.ActiveDocument.1">
              <p:embed/>
              <p:pic>
                <p:nvPicPr>
                  <p:cNvPr id="378802466" name="Object 8"/>
                  <p:cNvPicPr/>
                  <p:nvPr/>
                </p:nvPicPr>
                <p:blipFill rotWithShape="1">
                  <a:blip r:embed="rId2"/>
                  <a:stretch/>
                </p:blipFill>
                <p:spPr bwMode="auto">
                  <a:xfrm>
                    <a:off x="1959" y="1597"/>
                    <a:ext cx="1953" cy="1587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sp>
        <p:nvSpPr>
          <p:cNvPr id="1415800278" name="Прямоугольник 2" hidden="1"/>
          <p:cNvSpPr/>
          <p:nvPr/>
        </p:nvSpPr>
        <p:spPr bwMode="auto"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20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947891875" name="Subtitle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347661" y="908725"/>
            <a:ext cx="10398685" cy="215444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ru-RU" sz="1400">
                <a:solidFill>
                  <a:schemeClr val="accent6"/>
                </a:solidFill>
                <a:latin typeface="Arial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 defTabSz="914400">
              <a:defRPr/>
            </a:pPr>
            <a:r>
              <a:rPr lang="ru-RU"/>
              <a:t>Подзаголовок</a:t>
            </a:r>
            <a:r>
              <a:rPr lang="en-US"/>
              <a:t> (14 pt )</a:t>
            </a:r>
            <a:endParaRPr lang="ru-RU"/>
          </a:p>
        </p:txBody>
      </p:sp>
      <p:sp>
        <p:nvSpPr>
          <p:cNvPr id="1702798935" name="Заголовок 3"/>
          <p:cNvSpPr>
            <a:spLocks noGrp="1"/>
          </p:cNvSpPr>
          <p:nvPr>
            <p:ph type="title" hasCustomPrompt="1"/>
          </p:nvPr>
        </p:nvSpPr>
        <p:spPr bwMode="auto">
          <a:xfrm>
            <a:off x="347661" y="57633"/>
            <a:ext cx="10398685" cy="738664"/>
          </a:xfrm>
        </p:spPr>
        <p:txBody>
          <a:bodyPr vert="horz"/>
          <a:lstStyle>
            <a:lvl1pPr algn="l" defTabSz="914400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chemeClr val="accent5"/>
                </a:solidFill>
                <a:latin typeface="Arial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ru-RU"/>
              <a:t>Заголовок может быть набран </a:t>
            </a:r>
            <a:br>
              <a:rPr lang="ru-RU"/>
            </a:br>
            <a:r>
              <a:rPr lang="ru-RU"/>
              <a:t>в одну или две строки (24 </a:t>
            </a:r>
            <a:r>
              <a:rPr lang="en-US"/>
              <a:t>pt) </a:t>
            </a:r>
            <a:endParaRPr lang="ru-RU"/>
          </a:p>
        </p:txBody>
      </p:sp>
      <p:sp>
        <p:nvSpPr>
          <p:cNvPr id="1496854917" name="Rectangle 12"/>
          <p:cNvSpPr/>
          <p:nvPr userDrawn="1"/>
        </p:nvSpPr>
        <p:spPr bwMode="auto"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pPr marL="0" marR="0" lvl="0" indent="0" algn="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E423E46-B7A0-4744-B3E1-320992BDBEC7}" type="slidenum">
              <a:rPr lang="ru-RU" sz="1000" b="0" i="0" u="none" strike="noStrike" cap="none" spc="0">
                <a:ln>
                  <a:noFill/>
                </a:ln>
                <a:solidFill>
                  <a:schemeClr val="accent5"/>
                </a:solidFill>
                <a:latin typeface="Arial"/>
                <a:ea typeface="+mn-ea"/>
                <a:cs typeface="+mn-cs"/>
              </a:rPr>
              <a:t>‹#›</a:t>
            </a:fld>
            <a:endParaRPr lang="ru-RU" sz="1000" b="0" i="0" u="none" strike="noStrike" cap="none" spc="0">
              <a:ln>
                <a:noFill/>
              </a:ln>
              <a:solidFill>
                <a:schemeClr val="accent5"/>
              </a:solidFill>
              <a:latin typeface="Arial"/>
              <a:ea typeface="+mn-ea"/>
              <a:cs typeface="+mn-cs"/>
            </a:endParaRPr>
          </a:p>
        </p:txBody>
      </p:sp>
      <p:cxnSp>
        <p:nvCxnSpPr>
          <p:cNvPr id="347617535" name="Прямая соединительная линия 4"/>
          <p:cNvCxnSpPr/>
          <p:nvPr userDrawn="1"/>
        </p:nvCxnSpPr>
        <p:spPr bwMode="auto">
          <a:xfrm>
            <a:off x="11611219" y="6400800"/>
            <a:ext cx="0" cy="4572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pSp>
        <p:nvGrpSpPr>
          <p:cNvPr id="1065745217" name="Группа 1"/>
          <p:cNvGrpSpPr/>
          <p:nvPr userDrawn="1"/>
        </p:nvGrpSpPr>
        <p:grpSpPr bwMode="auto">
          <a:xfrm>
            <a:off x="11113862" y="171149"/>
            <a:ext cx="743176" cy="521001"/>
            <a:chOff x="4091278" y="2349598"/>
            <a:chExt cx="3638550" cy="2550793"/>
          </a:xfrm>
          <a:solidFill>
            <a:srgbClr val="365CA7"/>
          </a:solidFill>
        </p:grpSpPr>
        <p:sp>
          <p:nvSpPr>
            <p:cNvPr id="6" name="Полилиния: фигура 5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fill="norm" stroke="1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7" name="Полилиния: фигура 6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fill="norm" stroke="1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10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28" name="Полилиния: фигура 27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fill="norm" stroke="1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9" name="Полилиния: фигура 28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fill="norm" stroke="1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26" name="Полилиния: фигура 25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fill="norm" stroke="1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7" name="Полилиния: фигура 26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fill="norm" stroke="1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12" name="Полилиния: фигура 11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fill="norm" stroke="1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14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24" name="Полилиния: фигура 23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fill="norm" stroke="1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5" name="Полилиния: фигура 24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fill="norm" stroke="1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22" name="Полилиния: фигура 21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fill="norm" stroke="1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3" name="Полилиния: фигура 22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fill="norm" stroke="1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20" name="Полилиния: фигура 19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fill="norm" stroke="1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1" name="Полилиния: фигура 20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fill="norm" stroke="1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7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18" name="Полилиния: фигура 17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fill="norm" stroke="1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9" name="Полилиния: фигура 18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fill="norm" stroke="1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</p:grpSp>
      <p:sp>
        <p:nvSpPr>
          <p:cNvPr id="818778514" name="Text Placeholder 6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347661" y="2362486"/>
            <a:ext cx="1798636" cy="3946240"/>
          </a:xfrm>
          <a:prstGeom prst="rect">
            <a:avLst/>
          </a:prstGeom>
          <a:ln>
            <a:noFill/>
          </a:ln>
        </p:spPr>
        <p:txBody>
          <a:bodyPr lIns="0" tIns="0" rIns="0" bIns="0">
            <a:noAutofit/>
          </a:bodyPr>
          <a:lstStyle>
            <a:lvl1pPr marL="0" marR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Tx/>
              <a:buFont typeface="Wingdings"/>
              <a:buNone/>
              <a:defRPr lang="ru-RU" sz="1200">
                <a:solidFill>
                  <a:schemeClr val="tx2"/>
                </a:solidFill>
                <a:latin typeface="Arial"/>
                <a:ea typeface="+mn-ea"/>
                <a:cs typeface="+mn-cs"/>
              </a:defRPr>
            </a:lvl1pPr>
            <a:lvl2pPr marL="144145" indent="-144145">
              <a:buClr>
                <a:schemeClr val="accent5"/>
              </a:buClr>
              <a:buFont typeface="Wingdings"/>
              <a:buChar char="§"/>
              <a:defRPr>
                <a:solidFill>
                  <a:schemeClr val="tx2"/>
                </a:solidFill>
              </a:defRPr>
            </a:lvl2pPr>
            <a:lvl3pPr>
              <a:buClr>
                <a:schemeClr val="accent5"/>
              </a:buClr>
              <a:defRPr>
                <a:solidFill>
                  <a:schemeClr val="tx2"/>
                </a:solidFill>
              </a:defRPr>
            </a:lvl3pPr>
            <a:lvl4pPr>
              <a:buClr>
                <a:schemeClr val="accent5"/>
              </a:buClr>
              <a:defRPr>
                <a:solidFill>
                  <a:schemeClr val="tx2"/>
                </a:solidFill>
              </a:defRPr>
            </a:lvl4pPr>
            <a:lvl5pPr>
              <a:buClr>
                <a:schemeClr val="accent5"/>
              </a:buClr>
              <a:defRPr>
                <a:solidFill>
                  <a:schemeClr val="tx2"/>
                </a:solidFill>
              </a:defRPr>
            </a:lvl5pPr>
          </a:lstStyle>
          <a:p>
            <a:pPr lvl="0">
              <a:defRPr/>
            </a:pPr>
            <a:r>
              <a:rPr lang="ru-RU"/>
              <a:t>В данное поле необходимо добавить текст.</a:t>
            </a:r>
            <a:endParaRPr/>
          </a:p>
        </p:txBody>
      </p:sp>
      <p:sp>
        <p:nvSpPr>
          <p:cNvPr id="502016222" name="Текст 42"/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347661" y="1268413"/>
            <a:ext cx="1798636" cy="573087"/>
          </a:xfrm>
          <a:prstGeom prst="rect">
            <a:avLst/>
          </a:prstGeom>
        </p:spPr>
        <p:txBody>
          <a:bodyPr lIns="0" tIns="0" rIns="0" bIns="0"/>
          <a:lstStyle>
            <a:lvl1pPr>
              <a:defRPr sz="1600" b="1">
                <a:solidFill>
                  <a:schemeClr val="accent5"/>
                </a:solidFill>
                <a:latin typeface="Arial"/>
              </a:defRPr>
            </a:lvl1pPr>
            <a:lvl2pPr>
              <a:defRPr sz="1600" b="1">
                <a:solidFill>
                  <a:schemeClr val="accent5"/>
                </a:solidFill>
              </a:defRPr>
            </a:lvl2pPr>
            <a:lvl3pPr>
              <a:defRPr sz="1600" b="1">
                <a:solidFill>
                  <a:schemeClr val="accent5"/>
                </a:solidFill>
              </a:defRPr>
            </a:lvl3pPr>
            <a:lvl4pPr>
              <a:defRPr sz="1600" b="1">
                <a:solidFill>
                  <a:schemeClr val="accent5"/>
                </a:solidFill>
              </a:defRPr>
            </a:lvl4pPr>
            <a:lvl5pPr>
              <a:defRPr sz="1600" b="1">
                <a:solidFill>
                  <a:schemeClr val="accent5"/>
                </a:solidFill>
              </a:defRPr>
            </a:lvl5pPr>
          </a:lstStyle>
          <a:p>
            <a:pPr lvl="0">
              <a:defRPr/>
            </a:pPr>
            <a:r>
              <a:rPr lang="ru-RU"/>
              <a:t>Заголовок может быть набран в три или четыре строки (14 </a:t>
            </a:r>
            <a:r>
              <a:rPr lang="ru-RU"/>
              <a:t>pt</a:t>
            </a:r>
            <a:r>
              <a:rPr lang="ru-RU"/>
              <a:t>)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Базовый слайд с диаграмм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947601932" name="Object 8"/>
          <p:cNvGraphicFramePr>
            <a:graphicFrameLocks xmlns:a="http://schemas.openxmlformats.org/drawingml/2006/main" noChangeAspect="1"/>
          </p:cNvGraphicFramePr>
          <p:nvPr/>
        </p:nvGraphicFramePr>
        <p:xfrm>
          <a:off x="1959" y="1597"/>
          <a:ext cx="1953" cy="1587"/>
        </p:xfrm>
        <a:graphic>
          <a:graphicData uri="http://schemas.openxmlformats.org/presentationml/2006/ole">
            <p:oleObj name="oleObj" r:id="rId3" imgW="8890" imgH="8890" progId="TCLayout.ActiveDocument.1">
              <p:embed/>
              <p:pic>
                <p:nvPicPr>
                  <p:cNvPr id="947601932" name="Object 8"/>
                  <p:cNvPicPr/>
                  <p:nvPr/>
                </p:nvPicPr>
                <p:blipFill rotWithShape="1">
                  <a:blip r:embed="rId2"/>
                  <a:stretch/>
                </p:blipFill>
                <p:spPr bwMode="auto">
                  <a:xfrm>
                    <a:off x="1959" y="1597"/>
                    <a:ext cx="1953" cy="1587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sp>
        <p:nvSpPr>
          <p:cNvPr id="1071423991" name="Прямоугольник 2" hidden="1"/>
          <p:cNvSpPr/>
          <p:nvPr/>
        </p:nvSpPr>
        <p:spPr bwMode="auto"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20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693590179" name="Subtitle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347661" y="908725"/>
            <a:ext cx="10398685" cy="215444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ru-RU" sz="1400">
                <a:solidFill>
                  <a:schemeClr val="accent6"/>
                </a:solidFill>
                <a:latin typeface="Arial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 defTabSz="914400">
              <a:defRPr/>
            </a:pPr>
            <a:r>
              <a:rPr lang="ru-RU"/>
              <a:t>Подзаголовок</a:t>
            </a:r>
            <a:r>
              <a:rPr lang="en-US"/>
              <a:t> (14 pt )</a:t>
            </a:r>
            <a:endParaRPr lang="ru-RU"/>
          </a:p>
        </p:txBody>
      </p:sp>
      <p:sp>
        <p:nvSpPr>
          <p:cNvPr id="1547705937" name="Заголовок 3"/>
          <p:cNvSpPr>
            <a:spLocks noGrp="1"/>
          </p:cNvSpPr>
          <p:nvPr>
            <p:ph type="title" hasCustomPrompt="1"/>
          </p:nvPr>
        </p:nvSpPr>
        <p:spPr bwMode="auto">
          <a:xfrm>
            <a:off x="347661" y="57633"/>
            <a:ext cx="10398685" cy="738664"/>
          </a:xfrm>
        </p:spPr>
        <p:txBody>
          <a:bodyPr vert="horz"/>
          <a:lstStyle>
            <a:lvl1pPr algn="l" defTabSz="914400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chemeClr val="accent5"/>
                </a:solidFill>
                <a:latin typeface="Arial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ru-RU"/>
              <a:t>Заголовок может быть набран </a:t>
            </a:r>
            <a:br>
              <a:rPr lang="ru-RU"/>
            </a:br>
            <a:r>
              <a:rPr lang="ru-RU"/>
              <a:t>в одну или две строки (24 </a:t>
            </a:r>
            <a:r>
              <a:rPr lang="en-US"/>
              <a:t>pt) </a:t>
            </a:r>
            <a:endParaRPr lang="ru-RU"/>
          </a:p>
        </p:txBody>
      </p:sp>
      <p:sp>
        <p:nvSpPr>
          <p:cNvPr id="1737409103" name="Rectangle 12"/>
          <p:cNvSpPr/>
          <p:nvPr userDrawn="1"/>
        </p:nvSpPr>
        <p:spPr bwMode="auto"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pPr marL="0" marR="0" lvl="0" indent="0" algn="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E423E46-B7A0-4744-B3E1-320992BDBEC7}" type="slidenum">
              <a:rPr lang="ru-RU" sz="1000" b="0" i="0" u="none" strike="noStrike" cap="none" spc="0">
                <a:ln>
                  <a:noFill/>
                </a:ln>
                <a:solidFill>
                  <a:schemeClr val="accent5"/>
                </a:solidFill>
                <a:latin typeface="Arial"/>
                <a:ea typeface="+mn-ea"/>
                <a:cs typeface="+mn-cs"/>
              </a:rPr>
              <a:t>‹#›</a:t>
            </a:fld>
            <a:endParaRPr lang="ru-RU" sz="1000" b="0" i="0" u="none" strike="noStrike" cap="none" spc="0">
              <a:ln>
                <a:noFill/>
              </a:ln>
              <a:solidFill>
                <a:schemeClr val="accent5"/>
              </a:solidFill>
              <a:latin typeface="Arial"/>
              <a:ea typeface="+mn-ea"/>
              <a:cs typeface="+mn-cs"/>
            </a:endParaRPr>
          </a:p>
        </p:txBody>
      </p:sp>
      <p:cxnSp>
        <p:nvCxnSpPr>
          <p:cNvPr id="762478240" name="Прямая соединительная линия 4"/>
          <p:cNvCxnSpPr/>
          <p:nvPr userDrawn="1"/>
        </p:nvCxnSpPr>
        <p:spPr bwMode="auto">
          <a:xfrm>
            <a:off x="11611219" y="6400800"/>
            <a:ext cx="0" cy="4572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pSp>
        <p:nvGrpSpPr>
          <p:cNvPr id="1061279300" name="Группа 1"/>
          <p:cNvGrpSpPr/>
          <p:nvPr userDrawn="1"/>
        </p:nvGrpSpPr>
        <p:grpSpPr bwMode="auto">
          <a:xfrm>
            <a:off x="11113862" y="171149"/>
            <a:ext cx="743176" cy="521001"/>
            <a:chOff x="4091278" y="2349598"/>
            <a:chExt cx="3638550" cy="2550793"/>
          </a:xfrm>
          <a:solidFill>
            <a:srgbClr val="365CA7"/>
          </a:solidFill>
        </p:grpSpPr>
        <p:sp>
          <p:nvSpPr>
            <p:cNvPr id="6" name="Полилиния: фигура 5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fill="norm" stroke="1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7" name="Полилиния: фигура 6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fill="norm" stroke="1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10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28" name="Полилиния: фигура 27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fill="norm" stroke="1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9" name="Полилиния: фигура 28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fill="norm" stroke="1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26" name="Полилиния: фигура 25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fill="norm" stroke="1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7" name="Полилиния: фигура 26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fill="norm" stroke="1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12" name="Полилиния: фигура 11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fill="norm" stroke="1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14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24" name="Полилиния: фигура 23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fill="norm" stroke="1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5" name="Полилиния: фигура 24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fill="norm" stroke="1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22" name="Полилиния: фигура 21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fill="norm" stroke="1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3" name="Полилиния: фигура 22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fill="norm" stroke="1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20" name="Полилиния: фигура 19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fill="norm" stroke="1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1" name="Полилиния: фигура 20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fill="norm" stroke="1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7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18" name="Полилиния: фигура 17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fill="norm" stroke="1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9" name="Полилиния: фигура 18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fill="norm" stroke="1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</p:grpSp>
      <p:sp>
        <p:nvSpPr>
          <p:cNvPr id="1755214518" name="Текст 42"/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500062" y="1334591"/>
            <a:ext cx="3297236" cy="573087"/>
          </a:xfrm>
          <a:prstGeom prst="rect">
            <a:avLst/>
          </a:prstGeom>
        </p:spPr>
        <p:txBody>
          <a:bodyPr lIns="0" tIns="0" rIns="0" bIns="0"/>
          <a:lstStyle>
            <a:lvl1pPr>
              <a:defRPr sz="1600" b="1">
                <a:solidFill>
                  <a:schemeClr val="accent5"/>
                </a:solidFill>
                <a:latin typeface="Arial"/>
              </a:defRPr>
            </a:lvl1pPr>
            <a:lvl2pPr>
              <a:defRPr sz="1600" b="1">
                <a:solidFill>
                  <a:schemeClr val="accent5"/>
                </a:solidFill>
              </a:defRPr>
            </a:lvl2pPr>
            <a:lvl3pPr>
              <a:defRPr sz="1600" b="1">
                <a:solidFill>
                  <a:schemeClr val="accent5"/>
                </a:solidFill>
              </a:defRPr>
            </a:lvl3pPr>
            <a:lvl4pPr>
              <a:defRPr sz="1600" b="1">
                <a:solidFill>
                  <a:schemeClr val="accent5"/>
                </a:solidFill>
              </a:defRPr>
            </a:lvl4pPr>
            <a:lvl5pPr>
              <a:defRPr sz="1600" b="1">
                <a:solidFill>
                  <a:schemeClr val="accent5"/>
                </a:solidFill>
              </a:defRPr>
            </a:lvl5pPr>
          </a:lstStyle>
          <a:p>
            <a:pPr lvl="0">
              <a:defRPr/>
            </a:pPr>
            <a:r>
              <a:rPr lang="ru-RU"/>
              <a:t>Заголовок может быть набран</a:t>
            </a:r>
            <a:br>
              <a:rPr lang="ru-RU"/>
            </a:br>
            <a:r>
              <a:rPr lang="ru-RU"/>
              <a:t>в две или три строки (14 </a:t>
            </a:r>
            <a:r>
              <a:rPr lang="ru-RU"/>
              <a:t>pt</a:t>
            </a:r>
            <a:r>
              <a:rPr lang="ru-RU"/>
              <a:t>)</a:t>
            </a:r>
            <a:endParaRPr/>
          </a:p>
        </p:txBody>
      </p:sp>
      <p:sp>
        <p:nvSpPr>
          <p:cNvPr id="533503808" name="Диаграмма 32"/>
          <p:cNvSpPr>
            <a:spLocks noGrp="1"/>
          </p:cNvSpPr>
          <p:nvPr>
            <p:ph type="chart" sz="quarter" idx="20"/>
          </p:nvPr>
        </p:nvSpPr>
        <p:spPr bwMode="auto">
          <a:xfrm>
            <a:off x="487364" y="2171699"/>
            <a:ext cx="3297236" cy="4000501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92049816" name="Текст 42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4462459" y="1334591"/>
            <a:ext cx="3322640" cy="573087"/>
          </a:xfrm>
          <a:prstGeom prst="rect">
            <a:avLst/>
          </a:prstGeom>
        </p:spPr>
        <p:txBody>
          <a:bodyPr lIns="0" tIns="0" rIns="0" bIns="0"/>
          <a:lstStyle>
            <a:lvl1pPr>
              <a:defRPr sz="1600" b="1">
                <a:solidFill>
                  <a:schemeClr val="accent5"/>
                </a:solidFill>
                <a:latin typeface="Arial"/>
              </a:defRPr>
            </a:lvl1pPr>
            <a:lvl2pPr>
              <a:defRPr sz="1600" b="1">
                <a:solidFill>
                  <a:schemeClr val="accent5"/>
                </a:solidFill>
              </a:defRPr>
            </a:lvl2pPr>
            <a:lvl3pPr>
              <a:defRPr sz="1600" b="1">
                <a:solidFill>
                  <a:schemeClr val="accent5"/>
                </a:solidFill>
              </a:defRPr>
            </a:lvl3pPr>
            <a:lvl4pPr>
              <a:defRPr sz="1600" b="1">
                <a:solidFill>
                  <a:schemeClr val="accent5"/>
                </a:solidFill>
              </a:defRPr>
            </a:lvl4pPr>
            <a:lvl5pPr>
              <a:defRPr sz="1600" b="1">
                <a:solidFill>
                  <a:schemeClr val="accent5"/>
                </a:solidFill>
              </a:defRPr>
            </a:lvl5pPr>
          </a:lstStyle>
          <a:p>
            <a:pPr lvl="0">
              <a:defRPr/>
            </a:pPr>
            <a:r>
              <a:rPr lang="ru-RU"/>
              <a:t>Заголовок может быть набран</a:t>
            </a:r>
            <a:br>
              <a:rPr lang="ru-RU"/>
            </a:br>
            <a:r>
              <a:rPr lang="ru-RU"/>
              <a:t>в две или три строки (14 </a:t>
            </a:r>
            <a:r>
              <a:rPr lang="ru-RU"/>
              <a:t>pt</a:t>
            </a:r>
            <a:r>
              <a:rPr lang="ru-RU"/>
              <a:t>)</a:t>
            </a:r>
            <a:endParaRPr/>
          </a:p>
        </p:txBody>
      </p:sp>
      <p:sp>
        <p:nvSpPr>
          <p:cNvPr id="248675412" name="Диаграмма 32"/>
          <p:cNvSpPr>
            <a:spLocks noGrp="1"/>
          </p:cNvSpPr>
          <p:nvPr>
            <p:ph type="chart" sz="quarter" idx="22"/>
          </p:nvPr>
        </p:nvSpPr>
        <p:spPr bwMode="auto">
          <a:xfrm>
            <a:off x="4449761" y="2171699"/>
            <a:ext cx="3322640" cy="4000501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25716745" name="Текст 42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8412159" y="1334591"/>
            <a:ext cx="3348042" cy="573087"/>
          </a:xfrm>
          <a:prstGeom prst="rect">
            <a:avLst/>
          </a:prstGeom>
        </p:spPr>
        <p:txBody>
          <a:bodyPr lIns="0" tIns="0" rIns="0" bIns="0"/>
          <a:lstStyle>
            <a:lvl1pPr>
              <a:defRPr sz="1600" b="1">
                <a:solidFill>
                  <a:schemeClr val="accent5"/>
                </a:solidFill>
                <a:latin typeface="Arial"/>
              </a:defRPr>
            </a:lvl1pPr>
            <a:lvl2pPr>
              <a:defRPr sz="1600" b="1">
                <a:solidFill>
                  <a:schemeClr val="accent5"/>
                </a:solidFill>
              </a:defRPr>
            </a:lvl2pPr>
            <a:lvl3pPr>
              <a:defRPr sz="1600" b="1">
                <a:solidFill>
                  <a:schemeClr val="accent5"/>
                </a:solidFill>
              </a:defRPr>
            </a:lvl3pPr>
            <a:lvl4pPr>
              <a:defRPr sz="1600" b="1">
                <a:solidFill>
                  <a:schemeClr val="accent5"/>
                </a:solidFill>
              </a:defRPr>
            </a:lvl4pPr>
            <a:lvl5pPr>
              <a:defRPr sz="1600" b="1">
                <a:solidFill>
                  <a:schemeClr val="accent5"/>
                </a:solidFill>
              </a:defRPr>
            </a:lvl5pPr>
          </a:lstStyle>
          <a:p>
            <a:pPr lvl="0">
              <a:defRPr/>
            </a:pPr>
            <a:r>
              <a:rPr lang="ru-RU"/>
              <a:t>Заголовок может быть набран</a:t>
            </a:r>
            <a:br>
              <a:rPr lang="ru-RU"/>
            </a:br>
            <a:r>
              <a:rPr lang="ru-RU"/>
              <a:t>в две или три строки (14 </a:t>
            </a:r>
            <a:r>
              <a:rPr lang="ru-RU"/>
              <a:t>pt</a:t>
            </a:r>
            <a:r>
              <a:rPr lang="ru-RU"/>
              <a:t>)</a:t>
            </a:r>
            <a:endParaRPr/>
          </a:p>
        </p:txBody>
      </p:sp>
      <p:sp>
        <p:nvSpPr>
          <p:cNvPr id="514483667" name="Диаграмма 32"/>
          <p:cNvSpPr>
            <a:spLocks noGrp="1"/>
          </p:cNvSpPr>
          <p:nvPr>
            <p:ph type="chart" sz="quarter" idx="24"/>
          </p:nvPr>
        </p:nvSpPr>
        <p:spPr bwMode="auto">
          <a:xfrm>
            <a:off x="8399461" y="2171699"/>
            <a:ext cx="3348042" cy="4000501"/>
          </a:xfrm>
          <a:prstGeom prst="rect">
            <a:avLst/>
          </a:prstGeom>
        </p:spPr>
        <p:txBody>
          <a:bodyPr/>
          <a:lstStyle>
            <a:lvl1pPr>
              <a:defRPr>
                <a:latin typeface="Arial"/>
              </a:defRPr>
            </a:lvl1pPr>
          </a:lstStyle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Базовый слайд с подзаголовком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638531313" name="Object 8"/>
          <p:cNvGraphicFramePr>
            <a:graphicFrameLocks xmlns:a="http://schemas.openxmlformats.org/drawingml/2006/main" noChangeAspect="1"/>
          </p:cNvGraphicFramePr>
          <p:nvPr/>
        </p:nvGraphicFramePr>
        <p:xfrm>
          <a:off x="1959" y="1597"/>
          <a:ext cx="1953" cy="1587"/>
        </p:xfrm>
        <a:graphic>
          <a:graphicData uri="http://schemas.openxmlformats.org/presentationml/2006/ole">
            <p:oleObj name="oleObj" r:id="rId3" imgW="8890" imgH="8890" progId="TCLayout.ActiveDocument.1">
              <p:embed/>
              <p:pic>
                <p:nvPicPr>
                  <p:cNvPr id="638531313" name="Object 8"/>
                  <p:cNvPicPr/>
                  <p:nvPr/>
                </p:nvPicPr>
                <p:blipFill rotWithShape="1">
                  <a:blip r:embed="rId2"/>
                  <a:stretch/>
                </p:blipFill>
                <p:spPr bwMode="auto">
                  <a:xfrm>
                    <a:off x="1959" y="1597"/>
                    <a:ext cx="1953" cy="1587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sp>
        <p:nvSpPr>
          <p:cNvPr id="905780580" name="Прямоугольник 2" hidden="1"/>
          <p:cNvSpPr/>
          <p:nvPr/>
        </p:nvSpPr>
        <p:spPr bwMode="auto"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20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57311725" name="Subtitle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336000" y="908725"/>
            <a:ext cx="10130208" cy="215444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ru-RU" sz="1400">
                <a:solidFill>
                  <a:schemeClr val="accent6"/>
                </a:solidFill>
                <a:latin typeface="Arial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 defTabSz="914400">
              <a:defRPr/>
            </a:pPr>
            <a:r>
              <a:rPr lang="ru-RU"/>
              <a:t>Подзаголовок</a:t>
            </a:r>
            <a:r>
              <a:rPr lang="en-US"/>
              <a:t> (14 pt )</a:t>
            </a:r>
            <a:endParaRPr lang="ru-RU"/>
          </a:p>
        </p:txBody>
      </p:sp>
      <p:sp>
        <p:nvSpPr>
          <p:cNvPr id="544821461" name="Заголовок 3"/>
          <p:cNvSpPr>
            <a:spLocks noGrp="1"/>
          </p:cNvSpPr>
          <p:nvPr>
            <p:ph type="title" hasCustomPrompt="1"/>
          </p:nvPr>
        </p:nvSpPr>
        <p:spPr bwMode="auto">
          <a:xfrm>
            <a:off x="336000" y="69549"/>
            <a:ext cx="10130208" cy="738664"/>
          </a:xfrm>
        </p:spPr>
        <p:txBody>
          <a:bodyPr vert="horz" tIns="0">
            <a:noAutofit/>
          </a:bodyPr>
          <a:lstStyle>
            <a:lvl1pPr>
              <a:defRPr b="1"/>
            </a:lvl1pPr>
          </a:lstStyle>
          <a:p>
            <a:pPr>
              <a:defRPr/>
            </a:pPr>
            <a:r>
              <a:rPr lang="ru-RU"/>
              <a:t>Заголовок может быть набран </a:t>
            </a:r>
            <a:br>
              <a:rPr lang="ru-RU"/>
            </a:br>
            <a:r>
              <a:rPr lang="ru-RU"/>
              <a:t>в одну или две строки (24 </a:t>
            </a:r>
            <a:r>
              <a:rPr lang="en-US"/>
              <a:t>pt) </a:t>
            </a:r>
            <a:endParaRPr lang="ru-RU"/>
          </a:p>
        </p:txBody>
      </p:sp>
      <p:sp>
        <p:nvSpPr>
          <p:cNvPr id="438860333" name="Rectangle 12"/>
          <p:cNvSpPr/>
          <p:nvPr userDrawn="1"/>
        </p:nvSpPr>
        <p:spPr bwMode="auto"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pPr marL="0" marR="0" lvl="0" indent="0" algn="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E423E46-B7A0-4744-B3E1-320992BDBEC7}" type="slidenum">
              <a:rPr lang="ru-RU" sz="1000" b="0" i="0" u="none" strike="noStrike" cap="none" spc="0">
                <a:ln>
                  <a:noFill/>
                </a:ln>
                <a:solidFill>
                  <a:schemeClr val="accent5"/>
                </a:solidFill>
                <a:latin typeface="Arial"/>
                <a:ea typeface="+mn-ea"/>
                <a:cs typeface="+mn-cs"/>
              </a:rPr>
              <a:t>‹#›</a:t>
            </a:fld>
            <a:endParaRPr lang="ru-RU" sz="1000" b="0" i="0" u="none" strike="noStrike" cap="none" spc="0">
              <a:ln>
                <a:noFill/>
              </a:ln>
              <a:solidFill>
                <a:schemeClr val="accent5"/>
              </a:solidFill>
              <a:latin typeface="Arial"/>
              <a:ea typeface="+mn-ea"/>
              <a:cs typeface="+mn-cs"/>
            </a:endParaRPr>
          </a:p>
        </p:txBody>
      </p:sp>
      <p:cxnSp>
        <p:nvCxnSpPr>
          <p:cNvPr id="1794127306" name="Прямая соединительная линия 4"/>
          <p:cNvCxnSpPr/>
          <p:nvPr userDrawn="1"/>
        </p:nvCxnSpPr>
        <p:spPr bwMode="auto">
          <a:xfrm>
            <a:off x="11611219" y="6400800"/>
            <a:ext cx="0" cy="4572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pSp>
        <p:nvGrpSpPr>
          <p:cNvPr id="1973936363" name="Группа 1"/>
          <p:cNvGrpSpPr/>
          <p:nvPr userDrawn="1"/>
        </p:nvGrpSpPr>
        <p:grpSpPr bwMode="auto">
          <a:xfrm>
            <a:off x="11113862" y="171149"/>
            <a:ext cx="743176" cy="521001"/>
            <a:chOff x="4091278" y="2349598"/>
            <a:chExt cx="3638550" cy="2550793"/>
          </a:xfrm>
          <a:solidFill>
            <a:srgbClr val="365CA7"/>
          </a:solidFill>
        </p:grpSpPr>
        <p:sp>
          <p:nvSpPr>
            <p:cNvPr id="6" name="Полилиния: фигура 5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fill="norm" stroke="1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7" name="Полилиния: фигура 6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fill="norm" stroke="1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10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28" name="Полилиния: фигура 27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fill="norm" stroke="1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9" name="Полилиния: фигура 28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fill="norm" stroke="1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26" name="Полилиния: фигура 25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fill="norm" stroke="1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7" name="Полилиния: фигура 26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fill="norm" stroke="1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12" name="Полилиния: фигура 11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fill="norm" stroke="1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14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24" name="Полилиния: фигура 23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fill="norm" stroke="1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5" name="Полилиния: фигура 24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fill="norm" stroke="1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22" name="Полилиния: фигура 21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fill="norm" stroke="1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3" name="Полилиния: фигура 22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fill="norm" stroke="1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20" name="Полилиния: фигура 19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fill="norm" stroke="1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1" name="Полилиния: фигура 20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fill="norm" stroke="1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7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18" name="Полилиния: фигура 17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fill="norm" stroke="1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9" name="Полилиния: фигура 18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fill="norm" stroke="1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</p:grpSp>
      <p:sp>
        <p:nvSpPr>
          <p:cNvPr id="1600543383" name="Text Placeholder 6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335756" y="1268724"/>
            <a:ext cx="11520488" cy="5040000"/>
          </a:xfrm>
          <a:prstGeom prst="rect">
            <a:avLst/>
          </a:prstGeom>
          <a:ln>
            <a:noFill/>
          </a:ln>
        </p:spPr>
        <p:txBody>
          <a:bodyPr lIns="0" tIns="0" rIns="0" bIns="0">
            <a:noAutofit/>
          </a:bodyPr>
          <a:lstStyle>
            <a:lvl1pPr>
              <a:defRPr>
                <a:solidFill>
                  <a:schemeClr val="tx2"/>
                </a:solidFill>
                <a:latin typeface="Arial"/>
              </a:defRPr>
            </a:lvl1pPr>
            <a:lvl2pPr marL="144145" indent="-144145">
              <a:buClr>
                <a:schemeClr val="accent5"/>
              </a:buClr>
              <a:buFont typeface="Wingdings"/>
              <a:buChar char="§"/>
              <a:defRPr>
                <a:solidFill>
                  <a:schemeClr val="tx2"/>
                </a:solidFill>
              </a:defRPr>
            </a:lvl2pPr>
            <a:lvl3pPr>
              <a:buClr>
                <a:schemeClr val="accent5"/>
              </a:buClr>
              <a:defRPr>
                <a:solidFill>
                  <a:schemeClr val="tx2"/>
                </a:solidFill>
              </a:defRPr>
            </a:lvl3pPr>
            <a:lvl4pPr>
              <a:buClr>
                <a:schemeClr val="accent5"/>
              </a:buClr>
              <a:defRPr>
                <a:solidFill>
                  <a:schemeClr val="tx2"/>
                </a:solidFill>
              </a:defRPr>
            </a:lvl4pPr>
            <a:lvl5pPr>
              <a:buClr>
                <a:schemeClr val="accent5"/>
              </a:buClr>
              <a:defRPr>
                <a:solidFill>
                  <a:schemeClr val="tx2"/>
                </a:solidFill>
              </a:defRPr>
            </a:lvl5pPr>
          </a:lstStyle>
          <a:p>
            <a:pPr lvl="0">
              <a:defRPr/>
            </a:pPr>
            <a:r>
              <a:rPr lang="ru-RU"/>
              <a:t>В данное поле необходимо добавить текст.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Слайд-резюм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380716282" name="Object 8"/>
          <p:cNvGraphicFramePr>
            <a:graphicFrameLocks xmlns:a="http://schemas.openxmlformats.org/drawingml/2006/main" noChangeAspect="1"/>
          </p:cNvGraphicFramePr>
          <p:nvPr/>
        </p:nvGraphicFramePr>
        <p:xfrm>
          <a:off x="1959" y="1597"/>
          <a:ext cx="1953" cy="1587"/>
        </p:xfrm>
        <a:graphic>
          <a:graphicData uri="http://schemas.openxmlformats.org/presentationml/2006/ole">
            <p:oleObj name="oleObj" r:id="rId3" imgW="8890" imgH="8890" progId="TCLayout.ActiveDocument.1">
              <p:embed/>
              <p:pic>
                <p:nvPicPr>
                  <p:cNvPr id="380716282" name="Object 8"/>
                  <p:cNvPicPr/>
                  <p:nvPr/>
                </p:nvPicPr>
                <p:blipFill rotWithShape="1">
                  <a:blip r:embed="rId2"/>
                  <a:stretch/>
                </p:blipFill>
                <p:spPr bwMode="auto">
                  <a:xfrm>
                    <a:off x="1959" y="1597"/>
                    <a:ext cx="1953" cy="1587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sp>
        <p:nvSpPr>
          <p:cNvPr id="1397155542" name="Text Placeholder 6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335756" y="1268724"/>
            <a:ext cx="11520488" cy="5040000"/>
          </a:xfrm>
          <a:prstGeom prst="rect">
            <a:avLst/>
          </a:prstGeom>
          <a:ln>
            <a:noFill/>
          </a:ln>
        </p:spPr>
        <p:txBody>
          <a:bodyPr lIns="0" tIns="0" rIns="0" bIns="0">
            <a:noAutofit/>
          </a:bodyPr>
          <a:lstStyle>
            <a:lvl1pPr>
              <a:defRPr>
                <a:solidFill>
                  <a:schemeClr val="tx2"/>
                </a:solidFill>
                <a:latin typeface="Arial"/>
              </a:defRPr>
            </a:lvl1pPr>
            <a:lvl2pPr marL="144145" indent="-144145">
              <a:buClr>
                <a:schemeClr val="accent5"/>
              </a:buClr>
              <a:buFont typeface="Wingdings"/>
              <a:buChar char="§"/>
              <a:defRPr>
                <a:solidFill>
                  <a:schemeClr val="tx2"/>
                </a:solidFill>
              </a:defRPr>
            </a:lvl2pPr>
            <a:lvl3pPr>
              <a:buClr>
                <a:schemeClr val="accent5"/>
              </a:buClr>
              <a:defRPr>
                <a:solidFill>
                  <a:schemeClr val="tx2"/>
                </a:solidFill>
              </a:defRPr>
            </a:lvl3pPr>
            <a:lvl4pPr>
              <a:buClr>
                <a:schemeClr val="accent5"/>
              </a:buClr>
              <a:defRPr>
                <a:solidFill>
                  <a:schemeClr val="tx2"/>
                </a:solidFill>
              </a:defRPr>
            </a:lvl4pPr>
            <a:lvl5pPr>
              <a:buClr>
                <a:schemeClr val="accent5"/>
              </a:buClr>
              <a:defRPr>
                <a:solidFill>
                  <a:schemeClr val="tx2"/>
                </a:solidFill>
              </a:defRPr>
            </a:lvl5pPr>
          </a:lstStyle>
          <a:p>
            <a:pPr lvl="0">
              <a:defRPr/>
            </a:pPr>
            <a:r>
              <a:rPr lang="ru-RU"/>
              <a:t>В данное поле необходимо добавить текст.</a:t>
            </a:r>
            <a:endParaRPr/>
          </a:p>
        </p:txBody>
      </p:sp>
      <p:sp>
        <p:nvSpPr>
          <p:cNvPr id="972121657" name="Subtitle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335999" y="908725"/>
            <a:ext cx="10356275" cy="215444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ru-RU" sz="1400">
                <a:solidFill>
                  <a:schemeClr val="accent6"/>
                </a:solidFill>
                <a:latin typeface="Arial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 defTabSz="914400">
              <a:defRPr/>
            </a:pPr>
            <a:r>
              <a:rPr lang="ru-RU"/>
              <a:t>Подзаголовок</a:t>
            </a:r>
            <a:r>
              <a:rPr lang="en-US"/>
              <a:t> (14 pt )</a:t>
            </a:r>
            <a:endParaRPr lang="ru-RU"/>
          </a:p>
        </p:txBody>
      </p:sp>
      <p:sp>
        <p:nvSpPr>
          <p:cNvPr id="1886314134" name="Заголовок 3"/>
          <p:cNvSpPr>
            <a:spLocks noGrp="1"/>
          </p:cNvSpPr>
          <p:nvPr>
            <p:ph type="title" hasCustomPrompt="1"/>
          </p:nvPr>
        </p:nvSpPr>
        <p:spPr bwMode="auto">
          <a:xfrm>
            <a:off x="335999" y="62211"/>
            <a:ext cx="10356275" cy="738664"/>
          </a:xfrm>
        </p:spPr>
        <p:txBody>
          <a:bodyPr vert="horz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Заголовок может быть набран </a:t>
            </a:r>
            <a:br>
              <a:rPr lang="ru-RU"/>
            </a:br>
            <a:r>
              <a:rPr lang="ru-RU"/>
              <a:t>в одну или две строки (24 </a:t>
            </a:r>
            <a:r>
              <a:rPr lang="en-US"/>
              <a:t>pt) </a:t>
            </a:r>
            <a:endParaRPr lang="ru-RU"/>
          </a:p>
        </p:txBody>
      </p:sp>
      <p:sp>
        <p:nvSpPr>
          <p:cNvPr id="1174322021" name="Rectangle 12"/>
          <p:cNvSpPr/>
          <p:nvPr userDrawn="1"/>
        </p:nvSpPr>
        <p:spPr bwMode="auto"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pPr marL="0" marR="0" lvl="0" indent="0" algn="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E423E46-B7A0-4744-B3E1-320992BDBEC7}" type="slidenum">
              <a:rPr lang="ru-RU" sz="1000" b="0" i="0" u="none" strike="noStrike" cap="none" spc="0">
                <a:ln>
                  <a:noFill/>
                </a:ln>
                <a:solidFill>
                  <a:schemeClr val="accent5"/>
                </a:solidFill>
                <a:latin typeface="Arial"/>
                <a:ea typeface="+mn-ea"/>
                <a:cs typeface="+mn-cs"/>
              </a:rPr>
              <a:t>‹#›</a:t>
            </a:fld>
            <a:endParaRPr lang="ru-RU" sz="1000" b="0" i="0" u="none" strike="noStrike" cap="none" spc="0">
              <a:ln>
                <a:noFill/>
              </a:ln>
              <a:solidFill>
                <a:schemeClr val="accent5"/>
              </a:solidFill>
              <a:latin typeface="Arial"/>
              <a:ea typeface="+mn-ea"/>
              <a:cs typeface="+mn-cs"/>
            </a:endParaRPr>
          </a:p>
        </p:txBody>
      </p:sp>
      <p:cxnSp>
        <p:nvCxnSpPr>
          <p:cNvPr id="1063028067" name="Прямая соединительная линия 1"/>
          <p:cNvCxnSpPr/>
          <p:nvPr userDrawn="1"/>
        </p:nvCxnSpPr>
        <p:spPr bwMode="auto">
          <a:xfrm>
            <a:off x="11611219" y="6400800"/>
            <a:ext cx="0" cy="4572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pSp>
        <p:nvGrpSpPr>
          <p:cNvPr id="1650627056" name="Группа 2"/>
          <p:cNvGrpSpPr/>
          <p:nvPr userDrawn="1"/>
        </p:nvGrpSpPr>
        <p:grpSpPr bwMode="auto">
          <a:xfrm>
            <a:off x="11113862" y="171149"/>
            <a:ext cx="743176" cy="521001"/>
            <a:chOff x="4091278" y="2349598"/>
            <a:chExt cx="3638550" cy="2550793"/>
          </a:xfrm>
          <a:solidFill>
            <a:srgbClr val="365CA7"/>
          </a:solidFill>
        </p:grpSpPr>
        <p:sp>
          <p:nvSpPr>
            <p:cNvPr id="5" name="Полилиния: фигура 4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fill="norm" stroke="1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7" name="Полилиния: фигура 6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fill="norm" stroke="1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8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28" name="Полилиния: фигура 27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fill="norm" stroke="1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9" name="Полилиния: фигура 28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fill="norm" stroke="1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1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26" name="Полилиния: фигура 25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fill="norm" stroke="1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7" name="Полилиния: фигура 26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fill="norm" stroke="1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12" name="Полилиния: фигура 11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fill="norm" stroke="1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13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24" name="Полилиния: фигура 23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fill="norm" stroke="1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5" name="Полилиния: фигура 24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fill="norm" stroke="1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4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21" name="Полилиния: фигура 20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fill="norm" stroke="1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3" name="Полилиния: фигура 22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fill="norm" stroke="1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19" name="Полилиния: фигура 18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fill="norm" stroke="1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0" name="Полилиния: фигура 19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fill="norm" stroke="1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17" name="Полилиния: фигура 16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fill="norm" stroke="1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18" name="Полилиния: фигура 17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fill="norm" stroke="1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1_Обложка Фрязино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22732725" name="Рисунок 9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 rot="11081226">
            <a:off x="8502882" y="3391156"/>
            <a:ext cx="4641365" cy="4643943"/>
          </a:xfrm>
          <a:prstGeom prst="rect">
            <a:avLst/>
          </a:prstGeom>
        </p:spPr>
      </p:pic>
      <p:pic>
        <p:nvPicPr>
          <p:cNvPr id="356022910" name="Рисунок 3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 rot="6831815">
            <a:off x="1014341" y="849053"/>
            <a:ext cx="4090820" cy="4093092"/>
          </a:xfrm>
          <a:prstGeom prst="rect">
            <a:avLst/>
          </a:prstGeom>
        </p:spPr>
      </p:pic>
      <p:pic>
        <p:nvPicPr>
          <p:cNvPr id="1545728589" name="Рисунок 7"/>
          <p:cNvPicPr>
            <a:picLocks noChangeAspect="1"/>
          </p:cNvPicPr>
          <p:nvPr userDrawn="1"/>
        </p:nvPicPr>
        <p:blipFill rotWithShape="1">
          <a:blip r:embed="rId3"/>
          <a:stretch/>
        </p:blipFill>
        <p:spPr bwMode="auto">
          <a:xfrm rot="16199999">
            <a:off x="-3065187" y="3055203"/>
            <a:ext cx="6848452" cy="738045"/>
          </a:xfrm>
          <a:prstGeom prst="rect">
            <a:avLst/>
          </a:prstGeom>
        </p:spPr>
      </p:pic>
      <p:graphicFrame>
        <p:nvGraphicFramePr>
          <p:cNvPr id="370530040" name="Object 8"/>
          <p:cNvGraphicFramePr>
            <a:graphicFrameLocks xmlns:a="http://schemas.openxmlformats.org/drawingml/2006/main" noChangeAspect="1"/>
          </p:cNvGraphicFramePr>
          <p:nvPr/>
        </p:nvGraphicFramePr>
        <p:xfrm>
          <a:off x="1959" y="1597"/>
          <a:ext cx="1953" cy="1587"/>
        </p:xfrm>
        <a:graphic>
          <a:graphicData uri="http://schemas.openxmlformats.org/presentationml/2006/ole">
            <p:oleObj name="oleObj" r:id="rId5" imgW="8890" imgH="8890" progId="TCLayout.ActiveDocument.1">
              <p:embed/>
              <p:pic>
                <p:nvPicPr>
                  <p:cNvPr id="370530040" name="Object 8"/>
                  <p:cNvPicPr/>
                  <p:nvPr/>
                </p:nvPicPr>
                <p:blipFill rotWithShape="1">
                  <a:blip r:embed="rId4"/>
                  <a:stretch/>
                </p:blipFill>
                <p:spPr bwMode="auto">
                  <a:xfrm>
                    <a:off x="1959" y="1597"/>
                    <a:ext cx="1953" cy="1587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sp>
        <p:nvSpPr>
          <p:cNvPr id="271461608" name="Прямоугольник 2" hidden="1"/>
          <p:cNvSpPr/>
          <p:nvPr/>
        </p:nvSpPr>
        <p:spPr bwMode="auto"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36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618147457" name="Полилиния: фигура 6"/>
          <p:cNvSpPr/>
          <p:nvPr userDrawn="1"/>
        </p:nvSpPr>
        <p:spPr bwMode="auto">
          <a:xfrm rot="2053505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 fill="norm" stroke="1" extrusionOk="0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716318638" name="Прямоугольник 11"/>
          <p:cNvSpPr/>
          <p:nvPr userDrawn="1"/>
        </p:nvSpPr>
        <p:spPr bwMode="auto">
          <a:xfrm>
            <a:off x="3219449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404208458" name="Прямоугольник 12"/>
          <p:cNvSpPr/>
          <p:nvPr userDrawn="1"/>
        </p:nvSpPr>
        <p:spPr bwMode="auto">
          <a:xfrm>
            <a:off x="12174764" y="2895598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grpSp>
        <p:nvGrpSpPr>
          <p:cNvPr id="1273663487" name="Группа 15"/>
          <p:cNvGrpSpPr/>
          <p:nvPr userDrawn="1"/>
        </p:nvGrpSpPr>
        <p:grpSpPr bwMode="auto">
          <a:xfrm>
            <a:off x="9620249" y="530559"/>
            <a:ext cx="2022129" cy="1417607"/>
            <a:chOff x="4091278" y="2349598"/>
            <a:chExt cx="3638550" cy="2550793"/>
          </a:xfrm>
          <a:solidFill>
            <a:srgbClr val="365CA7"/>
          </a:solidFill>
        </p:grpSpPr>
        <p:sp>
          <p:nvSpPr>
            <p:cNvPr id="19" name="Полилиния: фигура 18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fill="norm" stroke="1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20" name="Полилиния: фигура 19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fill="norm" stroke="1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21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52" name="Полилиния: фигура 51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fill="norm" stroke="1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3" name="Полилиния: фигура 52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fill="norm" stroke="1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3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50" name="Полилиния: фигура 49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fill="norm" stroke="1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1" name="Полилиния: фигура 50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fill="norm" stroke="1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24" name="Полилиния: фигура 23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fill="norm" stroke="1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25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48" name="Полилиния: фигура 47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fill="norm" stroke="1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9" name="Полилиния: фигура 48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fill="norm" stroke="1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6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46" name="Полилиния: фигура 45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fill="norm" stroke="1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7" name="Полилиния: фигура 46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fill="norm" stroke="1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7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37" name="Полилиния: фигура 36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fill="norm" stroke="1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4" name="Полилиния: фигура 43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fill="norm" stroke="1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8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30" name="Полилиния: фигура 29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fill="norm" stroke="1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31" name="Полилиния: фигура 30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fill="norm" stroke="1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</p:grpSp>
      <p:sp>
        <p:nvSpPr>
          <p:cNvPr id="1462619789" name="Title 1"/>
          <p:cNvSpPr txBox="1"/>
          <p:nvPr userDrawn="1"/>
        </p:nvSpPr>
        <p:spPr bwMode="auto"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00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0" i="0" u="none" strike="noStrike" cap="none" spc="250">
                <a:ln>
                  <a:noFill/>
                </a:ln>
                <a:solidFill>
                  <a:srgbClr val="8291A2"/>
                </a:solidFill>
                <a:latin typeface="Arial"/>
                <a:ea typeface="+mj-ea"/>
                <a:cs typeface="+mj-cs"/>
              </a:rPr>
              <a:t>ВМЕСТЕ СОЗДАЁМ БУДУЩЕЕ</a:t>
            </a:r>
            <a:endParaRPr/>
          </a:p>
        </p:txBody>
      </p:sp>
      <p:sp>
        <p:nvSpPr>
          <p:cNvPr id="160418256" name="Title 1"/>
          <p:cNvSpPr>
            <a:spLocks noGrp="1"/>
          </p:cNvSpPr>
          <p:nvPr>
            <p:ph type="ctrTitle" hasCustomPrompt="1"/>
          </p:nvPr>
        </p:nvSpPr>
        <p:spPr bwMode="auto">
          <a:xfrm>
            <a:off x="2399233" y="1263898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>
                <a:solidFill>
                  <a:schemeClr val="accent5"/>
                </a:solidFill>
                <a:latin typeface="Arial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ru-RU"/>
              <a:t>Название презентации</a:t>
            </a:r>
            <a:br>
              <a:rPr lang="ru-RU"/>
            </a:br>
            <a:r>
              <a:rPr lang="ru-RU"/>
              <a:t>может быть набрано в две </a:t>
            </a:r>
            <a:br>
              <a:rPr lang="ru-RU"/>
            </a:br>
            <a:r>
              <a:rPr lang="ru-RU"/>
              <a:t>или три строки (32 </a:t>
            </a:r>
            <a:r>
              <a:rPr lang="ru-RU"/>
              <a:t>pt</a:t>
            </a:r>
            <a:r>
              <a:rPr lang="ru-RU"/>
              <a:t>)</a:t>
            </a:r>
            <a:endParaRPr/>
          </a:p>
        </p:txBody>
      </p:sp>
      <p:sp>
        <p:nvSpPr>
          <p:cNvPr id="382853707" name="Текст 33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2387600" y="3190819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>
                <a:latin typeface="Arial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>
              <a:defRPr/>
            </a:pPr>
            <a:r>
              <a:rPr lang="ru-RU"/>
              <a:t>Выступающий Фамилия И.О. | дата выступления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2_Обложка ИИ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24034450" name="Object 8"/>
          <p:cNvGraphicFramePr>
            <a:graphicFrameLocks xmlns:a="http://schemas.openxmlformats.org/drawingml/2006/main" noChangeAspect="1"/>
          </p:cNvGraphicFramePr>
          <p:nvPr/>
        </p:nvGraphicFramePr>
        <p:xfrm>
          <a:off x="1959" y="1597"/>
          <a:ext cx="1953" cy="1587"/>
        </p:xfrm>
        <a:graphic>
          <a:graphicData uri="http://schemas.openxmlformats.org/presentationml/2006/ole">
            <p:oleObj name="oleObj" r:id="rId3" imgW="8890" imgH="8890" progId="TCLayout.ActiveDocument.1">
              <p:embed/>
              <p:pic>
                <p:nvPicPr>
                  <p:cNvPr id="24034450" name="Object 8"/>
                  <p:cNvPicPr/>
                  <p:nvPr/>
                </p:nvPicPr>
                <p:blipFill rotWithShape="1">
                  <a:blip r:embed="rId2"/>
                  <a:stretch/>
                </p:blipFill>
                <p:spPr bwMode="auto">
                  <a:xfrm>
                    <a:off x="1959" y="1597"/>
                    <a:ext cx="1953" cy="1587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sp>
        <p:nvSpPr>
          <p:cNvPr id="666751937" name="Прямоугольник 2" hidden="1"/>
          <p:cNvSpPr/>
          <p:nvPr/>
        </p:nvSpPr>
        <p:spPr bwMode="auto"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36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pic>
        <p:nvPicPr>
          <p:cNvPr id="316623766" name="Рисунок 22"/>
          <p:cNvPicPr>
            <a:picLocks noChangeAspect="1"/>
          </p:cNvPicPr>
          <p:nvPr userDrawn="1"/>
        </p:nvPicPr>
        <p:blipFill rotWithShape="1">
          <a:blip r:embed="rId4"/>
          <a:stretch/>
        </p:blipFill>
        <p:spPr bwMode="auto">
          <a:xfrm rot="16199999">
            <a:off x="-3063081" y="3063081"/>
            <a:ext cx="6858000" cy="731838"/>
          </a:xfrm>
          <a:prstGeom prst="rect">
            <a:avLst/>
          </a:prstGeom>
        </p:spPr>
      </p:pic>
      <p:sp>
        <p:nvSpPr>
          <p:cNvPr id="1893185284" name="Полилиния: фигура 23"/>
          <p:cNvSpPr/>
          <p:nvPr userDrawn="1"/>
        </p:nvSpPr>
        <p:spPr bwMode="auto">
          <a:xfrm rot="2053505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 fill="norm" stroke="1" extrusionOk="0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pic>
        <p:nvPicPr>
          <p:cNvPr id="755468793" name="Рисунок 24"/>
          <p:cNvPicPr>
            <a:picLocks noChangeAspect="1"/>
          </p:cNvPicPr>
          <p:nvPr userDrawn="1"/>
        </p:nvPicPr>
        <p:blipFill rotWithShape="1">
          <a:blip r:embed="rId5"/>
          <a:srcRect l="3254" t="3254" r="3254" b="3254"/>
          <a:stretch/>
        </p:blipFill>
        <p:spPr bwMode="auto">
          <a:xfrm rot="10800000">
            <a:off x="8624047" y="3464325"/>
            <a:ext cx="4707676" cy="4707675"/>
          </a:xfrm>
          <a:prstGeom prst="ellipse">
            <a:avLst/>
          </a:prstGeom>
          <a:noFill/>
        </p:spPr>
      </p:pic>
      <p:sp>
        <p:nvSpPr>
          <p:cNvPr id="1142476061" name="Прямоугольник 25"/>
          <p:cNvSpPr/>
          <p:nvPr userDrawn="1"/>
        </p:nvSpPr>
        <p:spPr bwMode="auto">
          <a:xfrm>
            <a:off x="3219449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256196825" name="Прямоугольник 26"/>
          <p:cNvSpPr/>
          <p:nvPr userDrawn="1"/>
        </p:nvSpPr>
        <p:spPr bwMode="auto">
          <a:xfrm>
            <a:off x="12174764" y="2895598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pic>
        <p:nvPicPr>
          <p:cNvPr id="673630312" name="Рисунок 27"/>
          <p:cNvPicPr>
            <a:picLocks noChangeAspect="1"/>
          </p:cNvPicPr>
          <p:nvPr userDrawn="1"/>
        </p:nvPicPr>
        <p:blipFill rotWithShape="1">
          <a:blip r:embed="rId5"/>
          <a:srcRect l="3254" t="3254" r="3254" b="3254"/>
          <a:stretch/>
        </p:blipFill>
        <p:spPr bwMode="auto">
          <a:xfrm rot="7837171">
            <a:off x="1128220" y="896378"/>
            <a:ext cx="3912557" cy="3912557"/>
          </a:xfrm>
          <a:prstGeom prst="ellipse">
            <a:avLst/>
          </a:prstGeom>
          <a:solidFill>
            <a:schemeClr val="bg1"/>
          </a:solidFill>
        </p:spPr>
      </p:pic>
      <p:sp>
        <p:nvSpPr>
          <p:cNvPr id="884416557" name="Title 1"/>
          <p:cNvSpPr txBox="1"/>
          <p:nvPr userDrawn="1"/>
        </p:nvSpPr>
        <p:spPr bwMode="auto">
          <a:xfrm>
            <a:off x="2402922" y="345340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00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1" i="0" u="none" strike="noStrike" cap="none" spc="0">
                <a:ln>
                  <a:noFill/>
                </a:ln>
                <a:solidFill>
                  <a:srgbClr val="007E40"/>
                </a:solidFill>
                <a:latin typeface="Arial"/>
                <a:ea typeface="+mj-ea"/>
                <a:cs typeface="+mj-cs"/>
              </a:rPr>
              <a:t>Институт искусственного интеллекта</a:t>
            </a:r>
            <a:endParaRPr/>
          </a:p>
        </p:txBody>
      </p:sp>
      <p:grpSp>
        <p:nvGrpSpPr>
          <p:cNvPr id="288451454" name="Группа 37"/>
          <p:cNvGrpSpPr/>
          <p:nvPr userDrawn="1"/>
        </p:nvGrpSpPr>
        <p:grpSpPr bwMode="auto">
          <a:xfrm>
            <a:off x="9620249" y="530559"/>
            <a:ext cx="2022129" cy="1417607"/>
            <a:chOff x="4091278" y="2349598"/>
            <a:chExt cx="3638550" cy="2550793"/>
          </a:xfrm>
          <a:solidFill>
            <a:srgbClr val="007E40"/>
          </a:solidFill>
        </p:grpSpPr>
        <p:sp>
          <p:nvSpPr>
            <p:cNvPr id="39" name="Полилиния: фигура 38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fill="norm" stroke="1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40" name="Полилиния: фигура 39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fill="norm" stroke="1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41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65" name="Полилиния: фигура 64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fill="norm" stroke="1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66" name="Полилиния: фигура 65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fill="norm" stroke="1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42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63" name="Полилиния: фигура 62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fill="norm" stroke="1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64" name="Полилиния: фигура 63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fill="norm" stroke="1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43" name="Полилиния: фигура 42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fill="norm" stroke="1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44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61" name="Полилиния: фигура 60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fill="norm" stroke="1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62" name="Полилиния: фигура 61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fill="norm" stroke="1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45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59" name="Полилиния: фигура 58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fill="norm" stroke="1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60" name="Полилиния: фигура 59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fill="norm" stroke="1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51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56" name="Полилиния: фигура 55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fill="norm" stroke="1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7" name="Полилиния: фигура 56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fill="norm" stroke="1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53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54" name="Полилиния: фигура 53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fill="norm" stroke="1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5" name="Полилиния: фигура 54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fill="norm" stroke="1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</p:grpSp>
      <p:sp>
        <p:nvSpPr>
          <p:cNvPr id="792016999" name="Title 1"/>
          <p:cNvSpPr txBox="1"/>
          <p:nvPr userDrawn="1"/>
        </p:nvSpPr>
        <p:spPr bwMode="auto"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00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0" i="0" u="none" strike="noStrike" cap="none" spc="250">
                <a:ln>
                  <a:noFill/>
                </a:ln>
                <a:solidFill>
                  <a:srgbClr val="8291A2"/>
                </a:solidFill>
                <a:latin typeface="Arial"/>
                <a:ea typeface="+mj-ea"/>
                <a:cs typeface="+mj-cs"/>
              </a:rPr>
              <a:t>ВМЕСТЕ СОЗДАЁМ БУДУЩЕЕ</a:t>
            </a:r>
            <a:endParaRPr/>
          </a:p>
        </p:txBody>
      </p:sp>
      <p:sp>
        <p:nvSpPr>
          <p:cNvPr id="2002961502" name="Title 1"/>
          <p:cNvSpPr>
            <a:spLocks noGrp="1"/>
          </p:cNvSpPr>
          <p:nvPr>
            <p:ph type="ctrTitle" hasCustomPrompt="1"/>
          </p:nvPr>
        </p:nvSpPr>
        <p:spPr bwMode="auto">
          <a:xfrm>
            <a:off x="2399233" y="1637704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>
                <a:solidFill>
                  <a:srgbClr val="007E40"/>
                </a:solidFill>
                <a:latin typeface="Arial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ru-RU"/>
              <a:t>Название презентации</a:t>
            </a:r>
            <a:br>
              <a:rPr lang="ru-RU"/>
            </a:br>
            <a:r>
              <a:rPr lang="ru-RU"/>
              <a:t>может быть набрано в две </a:t>
            </a:r>
            <a:br>
              <a:rPr lang="ru-RU"/>
            </a:br>
            <a:r>
              <a:rPr lang="ru-RU"/>
              <a:t>или три строки (32 </a:t>
            </a:r>
            <a:r>
              <a:rPr lang="ru-RU"/>
              <a:t>pt</a:t>
            </a:r>
            <a:r>
              <a:rPr lang="ru-RU"/>
              <a:t>)</a:t>
            </a:r>
            <a:endParaRPr/>
          </a:p>
        </p:txBody>
      </p:sp>
      <p:sp>
        <p:nvSpPr>
          <p:cNvPr id="1623101366" name="Текст 33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2387600" y="3419863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>
                <a:latin typeface="Arial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>
              <a:defRPr/>
            </a:pPr>
            <a:r>
              <a:rPr lang="ru-RU"/>
              <a:t>Выступающий Фамилия И.О. | дата выступления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2_Обложка ИТХ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31953718" name="Рисунок 57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 rot="10800000">
            <a:off x="8477002" y="3355995"/>
            <a:ext cx="4906469" cy="4906469"/>
          </a:xfrm>
          <a:prstGeom prst="rect">
            <a:avLst/>
          </a:prstGeom>
        </p:spPr>
      </p:pic>
      <p:pic>
        <p:nvPicPr>
          <p:cNvPr id="346143270" name="Рисунок 54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 rot="8099999">
            <a:off x="1001072" y="859614"/>
            <a:ext cx="4040729" cy="4040729"/>
          </a:xfrm>
          <a:prstGeom prst="rect">
            <a:avLst/>
          </a:prstGeom>
        </p:spPr>
      </p:pic>
      <p:pic>
        <p:nvPicPr>
          <p:cNvPr id="1450069355" name="Рисунок 56"/>
          <p:cNvPicPr>
            <a:picLocks noChangeAspect="1"/>
          </p:cNvPicPr>
          <p:nvPr userDrawn="1"/>
        </p:nvPicPr>
        <p:blipFill rotWithShape="1">
          <a:blip r:embed="rId3"/>
          <a:stretch/>
        </p:blipFill>
        <p:spPr bwMode="auto">
          <a:xfrm rot="16199999">
            <a:off x="-3059910" y="3059908"/>
            <a:ext cx="6858005" cy="738181"/>
          </a:xfrm>
          <a:prstGeom prst="rect">
            <a:avLst/>
          </a:prstGeom>
        </p:spPr>
      </p:pic>
      <p:graphicFrame>
        <p:nvGraphicFramePr>
          <p:cNvPr id="1740957634" name="Object 8"/>
          <p:cNvGraphicFramePr>
            <a:graphicFrameLocks xmlns:a="http://schemas.openxmlformats.org/drawingml/2006/main" noChangeAspect="1"/>
          </p:cNvGraphicFramePr>
          <p:nvPr/>
        </p:nvGraphicFramePr>
        <p:xfrm>
          <a:off x="1959" y="1597"/>
          <a:ext cx="1953" cy="1587"/>
        </p:xfrm>
        <a:graphic>
          <a:graphicData uri="http://schemas.openxmlformats.org/presentationml/2006/ole">
            <p:oleObj name="oleObj" r:id="rId5" imgW="8890" imgH="8890" progId="TCLayout.ActiveDocument.1">
              <p:embed/>
              <p:pic>
                <p:nvPicPr>
                  <p:cNvPr id="1740957634" name="Object 8"/>
                  <p:cNvPicPr/>
                  <p:nvPr/>
                </p:nvPicPr>
                <p:blipFill rotWithShape="1">
                  <a:blip r:embed="rId4"/>
                  <a:stretch/>
                </p:blipFill>
                <p:spPr bwMode="auto">
                  <a:xfrm>
                    <a:off x="1959" y="1597"/>
                    <a:ext cx="1953" cy="1587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sp>
        <p:nvSpPr>
          <p:cNvPr id="1285256940" name="Прямоугольник 2" hidden="1"/>
          <p:cNvSpPr/>
          <p:nvPr/>
        </p:nvSpPr>
        <p:spPr bwMode="auto"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36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145844072" name="Полилиния: фигура 5"/>
          <p:cNvSpPr/>
          <p:nvPr userDrawn="1"/>
        </p:nvSpPr>
        <p:spPr bwMode="auto">
          <a:xfrm rot="2053505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 fill="norm" stroke="1" extrusionOk="0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419623673" name="Прямоугольник 11"/>
          <p:cNvSpPr/>
          <p:nvPr userDrawn="1"/>
        </p:nvSpPr>
        <p:spPr bwMode="auto">
          <a:xfrm>
            <a:off x="3219449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634692006" name="Прямоугольник 12"/>
          <p:cNvSpPr/>
          <p:nvPr userDrawn="1"/>
        </p:nvSpPr>
        <p:spPr bwMode="auto">
          <a:xfrm>
            <a:off x="12174764" y="2895598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389839" name="Title 1"/>
          <p:cNvSpPr txBox="1"/>
          <p:nvPr userDrawn="1"/>
        </p:nvSpPr>
        <p:spPr bwMode="auto">
          <a:xfrm>
            <a:off x="2402922" y="167207"/>
            <a:ext cx="4926206" cy="699403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00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1" i="0" u="none" strike="noStrike" cap="none" spc="0">
                <a:ln>
                  <a:noFill/>
                </a:ln>
                <a:solidFill>
                  <a:srgbClr val="B26397"/>
                </a:solidFill>
                <a:latin typeface="Arial"/>
                <a:ea typeface="+mj-ea"/>
                <a:cs typeface="+mj-cs"/>
              </a:rPr>
              <a:t>Институт тонких химических технологий имени М.В. Ломоносова</a:t>
            </a:r>
            <a:endParaRPr/>
          </a:p>
        </p:txBody>
      </p:sp>
      <p:grpSp>
        <p:nvGrpSpPr>
          <p:cNvPr id="235588046" name="Группа 19"/>
          <p:cNvGrpSpPr/>
          <p:nvPr userDrawn="1"/>
        </p:nvGrpSpPr>
        <p:grpSpPr bwMode="auto">
          <a:xfrm>
            <a:off x="9620249" y="530559"/>
            <a:ext cx="2022129" cy="1417607"/>
            <a:chOff x="4091278" y="2349598"/>
            <a:chExt cx="3638550" cy="2550793"/>
          </a:xfrm>
          <a:solidFill>
            <a:srgbClr val="B26397"/>
          </a:solidFill>
        </p:grpSpPr>
        <p:sp>
          <p:nvSpPr>
            <p:cNvPr id="22" name="Полилиния: фигура 21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fill="norm" stroke="1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B26397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23" name="Полилиния: фигура 22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fill="norm" stroke="1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B26397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24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51" name="Полилиния: фигура 50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fill="norm" stroke="1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B26397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2" name="Полилиния: фигура 51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fill="norm" stroke="1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B26397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5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49" name="Полилиния: фигура 48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fill="norm" stroke="1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B26397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0" name="Полилиния: фигура 49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fill="norm" stroke="1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B26397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30" name="Полилиния: фигура 29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fill="norm" stroke="1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B26397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31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47" name="Полилиния: фигура 46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fill="norm" stroke="1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B26397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8" name="Полилиния: фигура 47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fill="norm" stroke="1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B26397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38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45" name="Полилиния: фигура 44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fill="norm" stroke="1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B26397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6" name="Полилиния: фигура 45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fill="norm" stroke="1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B26397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39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43" name="Полилиния: фигура 42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fill="norm" stroke="1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B26397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4" name="Полилиния: фигура 43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fill="norm" stroke="1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B26397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40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41" name="Полилиния: фигура 40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fill="norm" stroke="1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B26397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2" name="Полилиния: фигура 41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fill="norm" stroke="1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B26397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</p:grpSp>
      <p:sp>
        <p:nvSpPr>
          <p:cNvPr id="616603482" name="Title 1"/>
          <p:cNvSpPr txBox="1"/>
          <p:nvPr userDrawn="1"/>
        </p:nvSpPr>
        <p:spPr bwMode="auto"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00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0" i="0" u="none" strike="noStrike" cap="none" spc="250">
                <a:ln>
                  <a:noFill/>
                </a:ln>
                <a:solidFill>
                  <a:srgbClr val="8291A2"/>
                </a:solidFill>
                <a:latin typeface="Arial"/>
                <a:ea typeface="+mj-ea"/>
                <a:cs typeface="+mj-cs"/>
              </a:rPr>
              <a:t>ВМЕСТЕ СОЗДАЁМ БУДУЩЕЕ</a:t>
            </a:r>
            <a:endParaRPr/>
          </a:p>
        </p:txBody>
      </p:sp>
      <p:sp>
        <p:nvSpPr>
          <p:cNvPr id="2081795909" name="Title 1"/>
          <p:cNvSpPr>
            <a:spLocks noGrp="1"/>
          </p:cNvSpPr>
          <p:nvPr>
            <p:ph type="ctrTitle" hasCustomPrompt="1"/>
          </p:nvPr>
        </p:nvSpPr>
        <p:spPr bwMode="auto">
          <a:xfrm>
            <a:off x="2399233" y="1637704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>
                <a:solidFill>
                  <a:srgbClr val="B26397"/>
                </a:solidFill>
                <a:latin typeface="Arial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ru-RU"/>
              <a:t>Название презентации</a:t>
            </a:r>
            <a:br>
              <a:rPr lang="ru-RU"/>
            </a:br>
            <a:r>
              <a:rPr lang="ru-RU"/>
              <a:t>может быть набрано в две </a:t>
            </a:r>
            <a:br>
              <a:rPr lang="ru-RU"/>
            </a:br>
            <a:r>
              <a:rPr lang="ru-RU"/>
              <a:t>или три строки (32 </a:t>
            </a:r>
            <a:r>
              <a:rPr lang="ru-RU"/>
              <a:t>pt</a:t>
            </a:r>
            <a:r>
              <a:rPr lang="ru-RU"/>
              <a:t>)</a:t>
            </a:r>
            <a:endParaRPr/>
          </a:p>
        </p:txBody>
      </p:sp>
      <p:sp>
        <p:nvSpPr>
          <p:cNvPr id="215484566" name="Текст 33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2387600" y="3419863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>
                <a:latin typeface="Arial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>
              <a:defRPr/>
            </a:pPr>
            <a:r>
              <a:rPr lang="ru-RU"/>
              <a:t>Выступающий Фамилия И.О. | дата выступления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4_Обложка ИИ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34392500" name="Рисунок 87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 rot="10800000">
            <a:off x="8491665" y="3340993"/>
            <a:ext cx="4799122" cy="4799122"/>
          </a:xfrm>
          <a:prstGeom prst="rect">
            <a:avLst/>
          </a:prstGeom>
        </p:spPr>
      </p:pic>
      <p:pic>
        <p:nvPicPr>
          <p:cNvPr id="84435076" name="Рисунок 84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 rot="7199999">
            <a:off x="1033343" y="734497"/>
            <a:ext cx="4188739" cy="4188739"/>
          </a:xfrm>
          <a:prstGeom prst="rect">
            <a:avLst/>
          </a:prstGeom>
        </p:spPr>
      </p:pic>
      <p:pic>
        <p:nvPicPr>
          <p:cNvPr id="223998388" name="Рисунок 86"/>
          <p:cNvPicPr>
            <a:picLocks noChangeAspect="1"/>
          </p:cNvPicPr>
          <p:nvPr userDrawn="1"/>
        </p:nvPicPr>
        <p:blipFill rotWithShape="1">
          <a:blip r:embed="rId3"/>
          <a:stretch/>
        </p:blipFill>
        <p:spPr bwMode="auto">
          <a:xfrm rot="16199999">
            <a:off x="-3066699" y="3066702"/>
            <a:ext cx="6865242" cy="731838"/>
          </a:xfrm>
          <a:prstGeom prst="rect">
            <a:avLst/>
          </a:prstGeom>
        </p:spPr>
      </p:pic>
      <p:graphicFrame>
        <p:nvGraphicFramePr>
          <p:cNvPr id="679777394" name="Object 8"/>
          <p:cNvGraphicFramePr>
            <a:graphicFrameLocks xmlns:a="http://schemas.openxmlformats.org/drawingml/2006/main" noChangeAspect="1"/>
          </p:cNvGraphicFramePr>
          <p:nvPr/>
        </p:nvGraphicFramePr>
        <p:xfrm>
          <a:off x="1959" y="1597"/>
          <a:ext cx="1953" cy="1587"/>
        </p:xfrm>
        <a:graphic>
          <a:graphicData uri="http://schemas.openxmlformats.org/presentationml/2006/ole">
            <p:oleObj name="oleObj" r:id="rId5" imgW="8890" imgH="8890" progId="TCLayout.ActiveDocument.1">
              <p:embed/>
              <p:pic>
                <p:nvPicPr>
                  <p:cNvPr id="679777394" name="Object 8"/>
                  <p:cNvPicPr/>
                  <p:nvPr/>
                </p:nvPicPr>
                <p:blipFill rotWithShape="1">
                  <a:blip r:embed="rId4"/>
                  <a:stretch/>
                </p:blipFill>
                <p:spPr bwMode="auto">
                  <a:xfrm>
                    <a:off x="1959" y="1597"/>
                    <a:ext cx="1953" cy="1587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sp>
        <p:nvSpPr>
          <p:cNvPr id="1597680783" name="Прямоугольник 2" hidden="1"/>
          <p:cNvSpPr/>
          <p:nvPr/>
        </p:nvSpPr>
        <p:spPr bwMode="auto"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36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420296928" name="Полилиния: фигура 54"/>
          <p:cNvSpPr/>
          <p:nvPr userDrawn="1"/>
        </p:nvSpPr>
        <p:spPr bwMode="auto">
          <a:xfrm rot="2053505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 fill="norm" stroke="1" extrusionOk="0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758987286" name="Прямоугольник 56"/>
          <p:cNvSpPr/>
          <p:nvPr userDrawn="1"/>
        </p:nvSpPr>
        <p:spPr bwMode="auto">
          <a:xfrm>
            <a:off x="3219449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594062765" name="Прямоугольник 57"/>
          <p:cNvSpPr/>
          <p:nvPr userDrawn="1"/>
        </p:nvSpPr>
        <p:spPr bwMode="auto">
          <a:xfrm>
            <a:off x="12174764" y="2895598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171548009" name="Title 1"/>
          <p:cNvSpPr txBox="1"/>
          <p:nvPr userDrawn="1"/>
        </p:nvSpPr>
        <p:spPr bwMode="auto">
          <a:xfrm>
            <a:off x="2402922" y="308975"/>
            <a:ext cx="5449174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00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1" i="0" u="none" strike="noStrike" cap="none" spc="0">
                <a:ln>
                  <a:noFill/>
                </a:ln>
                <a:solidFill>
                  <a:srgbClr val="706F6F"/>
                </a:solidFill>
                <a:latin typeface="Arial"/>
                <a:ea typeface="+mj-ea"/>
                <a:cs typeface="+mj-cs"/>
              </a:rPr>
              <a:t>Институт информационных технологий</a:t>
            </a:r>
            <a:endParaRPr/>
          </a:p>
        </p:txBody>
      </p:sp>
      <p:grpSp>
        <p:nvGrpSpPr>
          <p:cNvPr id="1575591894" name="Группа 60"/>
          <p:cNvGrpSpPr/>
          <p:nvPr userDrawn="1"/>
        </p:nvGrpSpPr>
        <p:grpSpPr bwMode="auto">
          <a:xfrm>
            <a:off x="9620249" y="530559"/>
            <a:ext cx="2022129" cy="1417607"/>
            <a:chOff x="4091278" y="2349598"/>
            <a:chExt cx="3638550" cy="2550793"/>
          </a:xfrm>
          <a:solidFill>
            <a:srgbClr val="706F6F"/>
          </a:solidFill>
        </p:grpSpPr>
        <p:sp>
          <p:nvSpPr>
            <p:cNvPr id="62" name="Полилиния: фигура 61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fill="norm" stroke="1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63" name="Полилиния: фигура 62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fill="norm" stroke="1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64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81" name="Полилиния: фигура 80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fill="norm" stroke="1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2" name="Полилиния: фигура 81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fill="norm" stroke="1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65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79" name="Полилиния: фигура 78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fill="norm" stroke="1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80" name="Полилиния: фигура 79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fill="norm" stroke="1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66" name="Полилиния: фигура 65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fill="norm" stroke="1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67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77" name="Полилиния: фигура 76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fill="norm" stroke="1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78" name="Полилиния: фигура 77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fill="norm" stroke="1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68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75" name="Полилиния: фигура 74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fill="norm" stroke="1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76" name="Полилиния: фигура 75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fill="norm" stroke="1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69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73" name="Полилиния: фигура 72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fill="norm" stroke="1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74" name="Полилиния: фигура 73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fill="norm" stroke="1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70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71" name="Полилиния: фигура 70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fill="norm" stroke="1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72" name="Полилиния: фигура 71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fill="norm" stroke="1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</p:grpSp>
      <p:sp>
        <p:nvSpPr>
          <p:cNvPr id="1289274506" name="Title 1"/>
          <p:cNvSpPr txBox="1"/>
          <p:nvPr userDrawn="1"/>
        </p:nvSpPr>
        <p:spPr bwMode="auto"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00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0" i="0" u="none" strike="noStrike" cap="none" spc="250">
                <a:ln>
                  <a:noFill/>
                </a:ln>
                <a:solidFill>
                  <a:srgbClr val="8291A2"/>
                </a:solidFill>
                <a:latin typeface="Arial"/>
                <a:ea typeface="+mj-ea"/>
                <a:cs typeface="+mj-cs"/>
              </a:rPr>
              <a:t>ВМЕСТЕ СОЗДАЁМ БУДУЩЕЕ</a:t>
            </a:r>
            <a:endParaRPr/>
          </a:p>
        </p:txBody>
      </p:sp>
      <p:sp>
        <p:nvSpPr>
          <p:cNvPr id="462515035" name="Title 1"/>
          <p:cNvSpPr>
            <a:spLocks noGrp="1"/>
          </p:cNvSpPr>
          <p:nvPr>
            <p:ph type="ctrTitle" hasCustomPrompt="1"/>
          </p:nvPr>
        </p:nvSpPr>
        <p:spPr bwMode="auto">
          <a:xfrm>
            <a:off x="2399233" y="1637704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>
                <a:solidFill>
                  <a:srgbClr val="706F6F"/>
                </a:solidFill>
                <a:latin typeface="Arial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ru-RU"/>
              <a:t>Название презентации</a:t>
            </a:r>
            <a:br>
              <a:rPr lang="ru-RU"/>
            </a:br>
            <a:r>
              <a:rPr lang="ru-RU"/>
              <a:t>может быть набрано в две </a:t>
            </a:r>
            <a:br>
              <a:rPr lang="ru-RU"/>
            </a:br>
            <a:r>
              <a:rPr lang="ru-RU"/>
              <a:t>или три строки (32 </a:t>
            </a:r>
            <a:r>
              <a:rPr lang="ru-RU"/>
              <a:t>pt</a:t>
            </a:r>
            <a:r>
              <a:rPr lang="ru-RU"/>
              <a:t>)</a:t>
            </a:r>
            <a:endParaRPr/>
          </a:p>
        </p:txBody>
      </p:sp>
      <p:sp>
        <p:nvSpPr>
          <p:cNvPr id="1484935848" name="Текст 33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2387600" y="3419863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>
                <a:latin typeface="Arial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>
              <a:defRPr/>
            </a:pPr>
            <a:r>
              <a:rPr lang="ru-RU"/>
              <a:t>Выступающий Фамилия И.О. | дата выступления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2_Обложка ИТУ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97447331" name="Рисунок 60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 rot="10800000">
            <a:off x="8497902" y="3338185"/>
            <a:ext cx="4833821" cy="4833816"/>
          </a:xfrm>
          <a:prstGeom prst="rect">
            <a:avLst/>
          </a:prstGeom>
        </p:spPr>
      </p:pic>
      <p:pic>
        <p:nvPicPr>
          <p:cNvPr id="303335023" name="Рисунок 59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 rot="7199999">
            <a:off x="1025785" y="812650"/>
            <a:ext cx="4080016" cy="4080012"/>
          </a:xfrm>
          <a:prstGeom prst="rect">
            <a:avLst/>
          </a:prstGeom>
        </p:spPr>
      </p:pic>
      <p:pic>
        <p:nvPicPr>
          <p:cNvPr id="431037669" name="Рисунок 57"/>
          <p:cNvPicPr>
            <a:picLocks noChangeAspect="1"/>
          </p:cNvPicPr>
          <p:nvPr userDrawn="1"/>
        </p:nvPicPr>
        <p:blipFill rotWithShape="1">
          <a:blip r:embed="rId3"/>
          <a:stretch/>
        </p:blipFill>
        <p:spPr bwMode="auto">
          <a:xfrm rot="16199999">
            <a:off x="-3068016" y="3058145"/>
            <a:ext cx="6857999" cy="741710"/>
          </a:xfrm>
          <a:prstGeom prst="rect">
            <a:avLst/>
          </a:prstGeom>
        </p:spPr>
      </p:pic>
      <p:graphicFrame>
        <p:nvGraphicFramePr>
          <p:cNvPr id="1754337790" name="Object 8"/>
          <p:cNvGraphicFramePr>
            <a:graphicFrameLocks xmlns:a="http://schemas.openxmlformats.org/drawingml/2006/main" noChangeAspect="1"/>
          </p:cNvGraphicFramePr>
          <p:nvPr/>
        </p:nvGraphicFramePr>
        <p:xfrm>
          <a:off x="1959" y="1597"/>
          <a:ext cx="1953" cy="1587"/>
        </p:xfrm>
        <a:graphic>
          <a:graphicData uri="http://schemas.openxmlformats.org/presentationml/2006/ole">
            <p:oleObj name="oleObj" r:id="rId5" imgW="8890" imgH="8890" progId="TCLayout.ActiveDocument.1">
              <p:embed/>
              <p:pic>
                <p:nvPicPr>
                  <p:cNvPr id="1754337790" name="Object 8"/>
                  <p:cNvPicPr/>
                  <p:nvPr/>
                </p:nvPicPr>
                <p:blipFill rotWithShape="1">
                  <a:blip r:embed="rId4"/>
                  <a:stretch/>
                </p:blipFill>
                <p:spPr bwMode="auto">
                  <a:xfrm>
                    <a:off x="1959" y="1597"/>
                    <a:ext cx="1953" cy="1587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sp>
        <p:nvSpPr>
          <p:cNvPr id="908366627" name="Прямоугольник 2" hidden="1"/>
          <p:cNvSpPr/>
          <p:nvPr/>
        </p:nvSpPr>
        <p:spPr bwMode="auto"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36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568207" name="Полилиния: фигура 3"/>
          <p:cNvSpPr/>
          <p:nvPr userDrawn="1"/>
        </p:nvSpPr>
        <p:spPr bwMode="auto">
          <a:xfrm rot="2053505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 fill="norm" stroke="1" extrusionOk="0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705842353" name="Прямоугольник 11"/>
          <p:cNvSpPr/>
          <p:nvPr userDrawn="1"/>
        </p:nvSpPr>
        <p:spPr bwMode="auto">
          <a:xfrm>
            <a:off x="3219449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829997534" name="Прямоугольник 15"/>
          <p:cNvSpPr/>
          <p:nvPr userDrawn="1"/>
        </p:nvSpPr>
        <p:spPr bwMode="auto">
          <a:xfrm>
            <a:off x="12174764" y="2895598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327017652" name="Title 1"/>
          <p:cNvSpPr txBox="1"/>
          <p:nvPr userDrawn="1"/>
        </p:nvSpPr>
        <p:spPr bwMode="auto">
          <a:xfrm>
            <a:off x="2402922" y="367696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00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1" i="0" u="none" strike="noStrike" cap="none" spc="0">
                <a:ln>
                  <a:noFill/>
                </a:ln>
                <a:solidFill>
                  <a:srgbClr val="B24C33"/>
                </a:solidFill>
                <a:latin typeface="Arial"/>
                <a:ea typeface="+mj-ea"/>
                <a:cs typeface="+mj-cs"/>
              </a:rPr>
              <a:t>Институт технологий управления</a:t>
            </a:r>
            <a:endParaRPr/>
          </a:p>
        </p:txBody>
      </p:sp>
      <p:grpSp>
        <p:nvGrpSpPr>
          <p:cNvPr id="1298746738" name="Группа 27"/>
          <p:cNvGrpSpPr/>
          <p:nvPr userDrawn="1"/>
        </p:nvGrpSpPr>
        <p:grpSpPr bwMode="auto">
          <a:xfrm>
            <a:off x="9620249" y="530559"/>
            <a:ext cx="2022129" cy="1417607"/>
            <a:chOff x="4091278" y="2349598"/>
            <a:chExt cx="3638550" cy="2550793"/>
          </a:xfrm>
          <a:solidFill>
            <a:srgbClr val="B24C33"/>
          </a:solidFill>
        </p:grpSpPr>
        <p:sp>
          <p:nvSpPr>
            <p:cNvPr id="30" name="Полилиния: фигура 29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fill="norm" stroke="1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31" name="Полилиния: фигура 30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fill="norm" stroke="1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37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54" name="Полилиния: фигура 53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fill="norm" stroke="1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5" name="Полилиния: фигура 54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fill="norm" stroke="1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38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52" name="Полилиния: фигура 51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fill="norm" stroke="1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3" name="Полилиния: фигура 52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fill="norm" stroke="1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39" name="Полилиния: фигура 38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fill="norm" stroke="1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40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50" name="Полилиния: фигура 49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fill="norm" stroke="1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1" name="Полилиния: фигура 50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fill="norm" stroke="1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41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48" name="Полилиния: фигура 47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fill="norm" stroke="1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9" name="Полилиния: фигура 48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fill="norm" stroke="1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42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46" name="Полилиния: фигура 45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fill="norm" stroke="1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7" name="Полилиния: фигура 46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fill="norm" stroke="1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43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44" name="Полилиния: фигура 43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fill="norm" stroke="1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5" name="Полилиния: фигура 44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fill="norm" stroke="1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</p:grpSp>
      <p:sp>
        <p:nvSpPr>
          <p:cNvPr id="1732783588" name="Title 1"/>
          <p:cNvSpPr txBox="1"/>
          <p:nvPr userDrawn="1"/>
        </p:nvSpPr>
        <p:spPr bwMode="auto"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00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0" i="0" u="none" strike="noStrike" cap="none" spc="250">
                <a:ln>
                  <a:noFill/>
                </a:ln>
                <a:solidFill>
                  <a:srgbClr val="8291A2"/>
                </a:solidFill>
                <a:latin typeface="Arial"/>
                <a:ea typeface="+mj-ea"/>
                <a:cs typeface="+mj-cs"/>
              </a:rPr>
              <a:t>ВМЕСТЕ СОЗДАЁМ БУДУЩЕЕ</a:t>
            </a:r>
            <a:endParaRPr/>
          </a:p>
        </p:txBody>
      </p:sp>
      <p:sp>
        <p:nvSpPr>
          <p:cNvPr id="1197253734" name="Title 1"/>
          <p:cNvSpPr>
            <a:spLocks noGrp="1"/>
          </p:cNvSpPr>
          <p:nvPr>
            <p:ph type="ctrTitle" hasCustomPrompt="1"/>
          </p:nvPr>
        </p:nvSpPr>
        <p:spPr bwMode="auto">
          <a:xfrm>
            <a:off x="2399233" y="1637704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>
                <a:solidFill>
                  <a:srgbClr val="B24C33"/>
                </a:solidFill>
                <a:latin typeface="Arial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ru-RU"/>
              <a:t>Название презентации</a:t>
            </a:r>
            <a:br>
              <a:rPr lang="ru-RU"/>
            </a:br>
            <a:r>
              <a:rPr lang="ru-RU"/>
              <a:t>может быть набрано в две </a:t>
            </a:r>
            <a:br>
              <a:rPr lang="ru-RU"/>
            </a:br>
            <a:r>
              <a:rPr lang="ru-RU"/>
              <a:t>или три строки (32 </a:t>
            </a:r>
            <a:r>
              <a:rPr lang="ru-RU"/>
              <a:t>pt</a:t>
            </a:r>
            <a:r>
              <a:rPr lang="ru-RU"/>
              <a:t>)</a:t>
            </a:r>
            <a:endParaRPr/>
          </a:p>
        </p:txBody>
      </p:sp>
      <p:sp>
        <p:nvSpPr>
          <p:cNvPr id="1716113934" name="Текст 33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2387600" y="3419863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>
                <a:latin typeface="Arial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>
              <a:defRPr/>
            </a:pPr>
            <a:r>
              <a:rPr lang="ru-RU"/>
              <a:t>Выступающий Фамилия И.О. | дата выступления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ИТХ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9869524" name="Рисунок 56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 rot="11154971">
            <a:off x="8460478" y="3361329"/>
            <a:ext cx="4768720" cy="4768720"/>
          </a:xfrm>
          <a:prstGeom prst="rect">
            <a:avLst/>
          </a:prstGeom>
        </p:spPr>
      </p:pic>
      <p:pic>
        <p:nvPicPr>
          <p:cNvPr id="2086054864" name="Рисунок 55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 rot="7948498">
            <a:off x="979623" y="809711"/>
            <a:ext cx="4091425" cy="4091425"/>
          </a:xfrm>
          <a:prstGeom prst="rect">
            <a:avLst/>
          </a:prstGeom>
        </p:spPr>
      </p:pic>
      <p:pic>
        <p:nvPicPr>
          <p:cNvPr id="567110206" name="Рисунок 53"/>
          <p:cNvPicPr>
            <a:picLocks noChangeAspect="1"/>
          </p:cNvPicPr>
          <p:nvPr userDrawn="1"/>
        </p:nvPicPr>
        <p:blipFill rotWithShape="1">
          <a:blip r:embed="rId3"/>
          <a:stretch/>
        </p:blipFill>
        <p:spPr bwMode="auto">
          <a:xfrm rot="16199999">
            <a:off x="-3080722" y="3055582"/>
            <a:ext cx="6880621" cy="746838"/>
          </a:xfrm>
          <a:prstGeom prst="rect">
            <a:avLst/>
          </a:prstGeom>
        </p:spPr>
      </p:pic>
      <p:graphicFrame>
        <p:nvGraphicFramePr>
          <p:cNvPr id="190300224" name="Object 8"/>
          <p:cNvGraphicFramePr>
            <a:graphicFrameLocks xmlns:a="http://schemas.openxmlformats.org/drawingml/2006/main" noChangeAspect="1"/>
          </p:cNvGraphicFramePr>
          <p:nvPr/>
        </p:nvGraphicFramePr>
        <p:xfrm>
          <a:off x="1959" y="1597"/>
          <a:ext cx="1953" cy="1587"/>
        </p:xfrm>
        <a:graphic>
          <a:graphicData uri="http://schemas.openxmlformats.org/presentationml/2006/ole">
            <p:oleObj name="oleObj" r:id="rId5" imgW="8890" imgH="8890" progId="TCLayout.ActiveDocument.1">
              <p:embed/>
              <p:pic>
                <p:nvPicPr>
                  <p:cNvPr id="190300224" name="Object 8"/>
                  <p:cNvPicPr/>
                  <p:nvPr/>
                </p:nvPicPr>
                <p:blipFill rotWithShape="1">
                  <a:blip r:embed="rId4"/>
                  <a:stretch/>
                </p:blipFill>
                <p:spPr bwMode="auto">
                  <a:xfrm>
                    <a:off x="1959" y="1597"/>
                    <a:ext cx="1953" cy="1587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sp>
        <p:nvSpPr>
          <p:cNvPr id="1734444026" name="Прямоугольник 2" hidden="1"/>
          <p:cNvSpPr/>
          <p:nvPr/>
        </p:nvSpPr>
        <p:spPr bwMode="auto"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36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574214586" name="Полилиния: фигура 11"/>
          <p:cNvSpPr/>
          <p:nvPr userDrawn="1"/>
        </p:nvSpPr>
        <p:spPr bwMode="auto">
          <a:xfrm rot="2053505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 fill="norm" stroke="1" extrusionOk="0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482385809" name="Прямоугольник 12"/>
          <p:cNvSpPr/>
          <p:nvPr userDrawn="1"/>
        </p:nvSpPr>
        <p:spPr bwMode="auto">
          <a:xfrm>
            <a:off x="3219449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535208513" name="Прямоугольник 13"/>
          <p:cNvSpPr/>
          <p:nvPr userDrawn="1"/>
        </p:nvSpPr>
        <p:spPr bwMode="auto">
          <a:xfrm>
            <a:off x="12174764" y="2895598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203214077" name="Title 1"/>
          <p:cNvSpPr txBox="1"/>
          <p:nvPr userDrawn="1"/>
        </p:nvSpPr>
        <p:spPr bwMode="auto">
          <a:xfrm>
            <a:off x="2402922" y="154725"/>
            <a:ext cx="7202131" cy="699403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00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1" i="0" u="none" strike="noStrike" cap="none" spc="0">
                <a:ln>
                  <a:noFill/>
                </a:ln>
                <a:solidFill>
                  <a:srgbClr val="E9B622"/>
                </a:solidFill>
                <a:latin typeface="Arial"/>
                <a:ea typeface="+mj-ea"/>
                <a:cs typeface="+mj-cs"/>
              </a:rPr>
              <a:t>Институт перспективных технологий </a:t>
            </a:r>
            <a:br>
              <a:rPr lang="ru-RU" sz="1800" b="1" i="0" u="none" strike="noStrike" cap="none" spc="0">
                <a:ln>
                  <a:noFill/>
                </a:ln>
                <a:solidFill>
                  <a:srgbClr val="E9B622"/>
                </a:solidFill>
                <a:latin typeface="Arial"/>
                <a:ea typeface="+mj-ea"/>
                <a:cs typeface="+mj-cs"/>
              </a:rPr>
            </a:br>
            <a:r>
              <a:rPr lang="ru-RU" sz="1800" b="1" i="0" u="none" strike="noStrike" cap="none" spc="0">
                <a:ln>
                  <a:noFill/>
                </a:ln>
                <a:solidFill>
                  <a:srgbClr val="E9B622"/>
                </a:solidFill>
                <a:latin typeface="Arial"/>
                <a:ea typeface="+mj-ea"/>
                <a:cs typeface="+mj-cs"/>
              </a:rPr>
              <a:t>и индустриального программирования</a:t>
            </a:r>
            <a:endParaRPr/>
          </a:p>
        </p:txBody>
      </p:sp>
      <p:grpSp>
        <p:nvGrpSpPr>
          <p:cNvPr id="1066797221" name="Группа 20"/>
          <p:cNvGrpSpPr/>
          <p:nvPr userDrawn="1"/>
        </p:nvGrpSpPr>
        <p:grpSpPr bwMode="auto">
          <a:xfrm>
            <a:off x="9620249" y="530559"/>
            <a:ext cx="2022129" cy="1417607"/>
            <a:chOff x="4091278" y="2349598"/>
            <a:chExt cx="3638550" cy="2550793"/>
          </a:xfrm>
          <a:solidFill>
            <a:srgbClr val="E9B622"/>
          </a:solidFill>
        </p:grpSpPr>
        <p:sp>
          <p:nvSpPr>
            <p:cNvPr id="23" name="Полилиния: фигура 22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fill="norm" stroke="1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E9B622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24" name="Полилиния: фигура 23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fill="norm" stroke="1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E9B622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25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50" name="Полилиния: фигура 49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fill="norm" stroke="1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E9B622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1" name="Полилиния: фигура 50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fill="norm" stroke="1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E9B622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6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48" name="Полилиния: фигура 47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fill="norm" stroke="1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E9B622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9" name="Полилиния: фигура 48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fill="norm" stroke="1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E9B622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27" name="Полилиния: фигура 26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fill="norm" stroke="1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E9B622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31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46" name="Полилиния: фигура 45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fill="norm" stroke="1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E9B622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7" name="Полилиния: фигура 46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fill="norm" stroke="1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E9B622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37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44" name="Полилиния: фигура 43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fill="norm" stroke="1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E9B622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5" name="Полилиния: фигура 44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fill="norm" stroke="1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E9B622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38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42" name="Полилиния: фигура 41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fill="norm" stroke="1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E9B622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3" name="Полилиния: фигура 42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fill="norm" stroke="1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E9B622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39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40" name="Полилиния: фигура 39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fill="norm" stroke="1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E9B622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1" name="Полилиния: фигура 40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fill="norm" stroke="1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E9B622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</p:grpSp>
      <p:sp>
        <p:nvSpPr>
          <p:cNvPr id="228082430" name="Title 1"/>
          <p:cNvSpPr txBox="1"/>
          <p:nvPr userDrawn="1"/>
        </p:nvSpPr>
        <p:spPr bwMode="auto"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00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0" i="0" u="none" strike="noStrike" cap="none" spc="250">
                <a:ln>
                  <a:noFill/>
                </a:ln>
                <a:solidFill>
                  <a:srgbClr val="8291A2"/>
                </a:solidFill>
                <a:latin typeface="Arial"/>
                <a:ea typeface="+mj-ea"/>
                <a:cs typeface="+mj-cs"/>
              </a:rPr>
              <a:t>ВМЕСТЕ СОЗДАЁМ БУДУЩЕЕ</a:t>
            </a:r>
            <a:endParaRPr/>
          </a:p>
        </p:txBody>
      </p:sp>
      <p:sp>
        <p:nvSpPr>
          <p:cNvPr id="330415480" name="Title 1"/>
          <p:cNvSpPr>
            <a:spLocks noGrp="1"/>
          </p:cNvSpPr>
          <p:nvPr>
            <p:ph type="ctrTitle" hasCustomPrompt="1"/>
          </p:nvPr>
        </p:nvSpPr>
        <p:spPr bwMode="auto">
          <a:xfrm>
            <a:off x="2399233" y="1637704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>
                <a:solidFill>
                  <a:srgbClr val="E9B622"/>
                </a:solidFill>
                <a:latin typeface="Arial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ru-RU"/>
              <a:t>Название презентации</a:t>
            </a:r>
            <a:br>
              <a:rPr lang="ru-RU"/>
            </a:br>
            <a:r>
              <a:rPr lang="ru-RU"/>
              <a:t>может быть набрано в две </a:t>
            </a:r>
            <a:br>
              <a:rPr lang="ru-RU"/>
            </a:br>
            <a:r>
              <a:rPr lang="ru-RU"/>
              <a:t>или три строки (32 </a:t>
            </a:r>
            <a:r>
              <a:rPr lang="ru-RU"/>
              <a:t>pt</a:t>
            </a:r>
            <a:r>
              <a:rPr lang="ru-RU"/>
              <a:t>)</a:t>
            </a:r>
            <a:endParaRPr/>
          </a:p>
        </p:txBody>
      </p:sp>
      <p:sp>
        <p:nvSpPr>
          <p:cNvPr id="1383169091" name="Текст 33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2387600" y="3419863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>
                <a:latin typeface="Arial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>
              <a:defRPr/>
            </a:pPr>
            <a:r>
              <a:rPr lang="ru-RU"/>
              <a:t>Выступающий Фамилия И.О. | дата выступления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ИР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30949967" name="Рисунок 56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 rot="10800000">
            <a:off x="8495717" y="3300803"/>
            <a:ext cx="4997470" cy="4997470"/>
          </a:xfrm>
          <a:prstGeom prst="rect">
            <a:avLst/>
          </a:prstGeom>
        </p:spPr>
      </p:pic>
      <p:pic>
        <p:nvPicPr>
          <p:cNvPr id="1022241508" name="Рисунок 55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 rot="7199999">
            <a:off x="1043854" y="736186"/>
            <a:ext cx="4187311" cy="4187311"/>
          </a:xfrm>
          <a:prstGeom prst="rect">
            <a:avLst/>
          </a:prstGeom>
        </p:spPr>
      </p:pic>
      <p:pic>
        <p:nvPicPr>
          <p:cNvPr id="223856437" name="Рисунок 53"/>
          <p:cNvPicPr>
            <a:picLocks noChangeAspect="1"/>
          </p:cNvPicPr>
          <p:nvPr userDrawn="1"/>
        </p:nvPicPr>
        <p:blipFill rotWithShape="1">
          <a:blip r:embed="rId3"/>
          <a:stretch/>
        </p:blipFill>
        <p:spPr bwMode="auto">
          <a:xfrm rot="16199999">
            <a:off x="-3088384" y="3067903"/>
            <a:ext cx="6877515" cy="741710"/>
          </a:xfrm>
          <a:prstGeom prst="rect">
            <a:avLst/>
          </a:prstGeom>
        </p:spPr>
      </p:pic>
      <p:graphicFrame>
        <p:nvGraphicFramePr>
          <p:cNvPr id="1177484416" name="Object 8"/>
          <p:cNvGraphicFramePr>
            <a:graphicFrameLocks xmlns:a="http://schemas.openxmlformats.org/drawingml/2006/main" noChangeAspect="1"/>
          </p:cNvGraphicFramePr>
          <p:nvPr/>
        </p:nvGraphicFramePr>
        <p:xfrm>
          <a:off x="1959" y="1597"/>
          <a:ext cx="1953" cy="1587"/>
        </p:xfrm>
        <a:graphic>
          <a:graphicData uri="http://schemas.openxmlformats.org/presentationml/2006/ole">
            <p:oleObj name="oleObj" r:id="rId5" imgW="8890" imgH="8890" progId="TCLayout.ActiveDocument.1">
              <p:embed/>
              <p:pic>
                <p:nvPicPr>
                  <p:cNvPr id="1177484416" name="Object 8"/>
                  <p:cNvPicPr/>
                  <p:nvPr/>
                </p:nvPicPr>
                <p:blipFill rotWithShape="1">
                  <a:blip r:embed="rId4"/>
                  <a:stretch/>
                </p:blipFill>
                <p:spPr bwMode="auto">
                  <a:xfrm>
                    <a:off x="1959" y="1597"/>
                    <a:ext cx="1953" cy="1587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sp>
        <p:nvSpPr>
          <p:cNvPr id="1461123209" name="Прямоугольник 2" hidden="1"/>
          <p:cNvSpPr/>
          <p:nvPr/>
        </p:nvSpPr>
        <p:spPr bwMode="auto"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36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58369030" name="Полилиния: фигура 11"/>
          <p:cNvSpPr/>
          <p:nvPr userDrawn="1"/>
        </p:nvSpPr>
        <p:spPr bwMode="auto">
          <a:xfrm rot="2053505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 fill="norm" stroke="1" extrusionOk="0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987055319" name="Прямоугольник 12"/>
          <p:cNvSpPr/>
          <p:nvPr userDrawn="1"/>
        </p:nvSpPr>
        <p:spPr bwMode="auto">
          <a:xfrm>
            <a:off x="3219449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106525305" name="Прямоугольник 13"/>
          <p:cNvSpPr/>
          <p:nvPr userDrawn="1"/>
        </p:nvSpPr>
        <p:spPr bwMode="auto">
          <a:xfrm>
            <a:off x="12174764" y="2895598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2057198590" name="Title 1"/>
          <p:cNvSpPr txBox="1"/>
          <p:nvPr userDrawn="1"/>
        </p:nvSpPr>
        <p:spPr bwMode="auto">
          <a:xfrm>
            <a:off x="2402922" y="287275"/>
            <a:ext cx="6011149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00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1" i="0" u="none" strike="noStrike" cap="none" spc="0">
                <a:ln>
                  <a:noFill/>
                </a:ln>
                <a:solidFill>
                  <a:srgbClr val="712073"/>
                </a:solidFill>
                <a:latin typeface="Arial"/>
                <a:ea typeface="+mj-ea"/>
                <a:cs typeface="+mj-cs"/>
              </a:rPr>
              <a:t>Институт радиоэлектроники и информатики</a:t>
            </a:r>
            <a:endParaRPr/>
          </a:p>
        </p:txBody>
      </p:sp>
      <p:grpSp>
        <p:nvGrpSpPr>
          <p:cNvPr id="967062366" name="Группа 22"/>
          <p:cNvGrpSpPr/>
          <p:nvPr userDrawn="1"/>
        </p:nvGrpSpPr>
        <p:grpSpPr bwMode="auto">
          <a:xfrm>
            <a:off x="9620249" y="530559"/>
            <a:ext cx="2022129" cy="1417607"/>
            <a:chOff x="4091278" y="2349598"/>
            <a:chExt cx="3638550" cy="2550793"/>
          </a:xfrm>
          <a:solidFill>
            <a:srgbClr val="712073"/>
          </a:solidFill>
        </p:grpSpPr>
        <p:sp>
          <p:nvSpPr>
            <p:cNvPr id="24" name="Полилиния: фигура 23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fill="norm" stroke="1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25" name="Полилиния: фигура 24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fill="norm" stroke="1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26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50" name="Полилиния: фигура 49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fill="norm" stroke="1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1" name="Полилиния: фигура 50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fill="norm" stroke="1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7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48" name="Полилиния: фигура 47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fill="norm" stroke="1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9" name="Полилиния: фигура 48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fill="norm" stroke="1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30" name="Полилиния: фигура 29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fill="norm" stroke="1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31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46" name="Полилиния: фигура 45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fill="norm" stroke="1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7" name="Полилиния: фигура 46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fill="norm" stroke="1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37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44" name="Полилиния: фигура 43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fill="norm" stroke="1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5" name="Полилиния: фигура 44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fill="norm" stroke="1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38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42" name="Полилиния: фигура 41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fill="norm" stroke="1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3" name="Полилиния: фигура 42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fill="norm" stroke="1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39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40" name="Полилиния: фигура 39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fill="norm" stroke="1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1" name="Полилиния: фигура 40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fill="norm" stroke="1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</p:grpSp>
      <p:sp>
        <p:nvSpPr>
          <p:cNvPr id="463760910" name="Title 1"/>
          <p:cNvSpPr txBox="1"/>
          <p:nvPr userDrawn="1"/>
        </p:nvSpPr>
        <p:spPr bwMode="auto"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00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0" i="0" u="none" strike="noStrike" cap="none" spc="250">
                <a:ln>
                  <a:noFill/>
                </a:ln>
                <a:solidFill>
                  <a:srgbClr val="8291A2"/>
                </a:solidFill>
                <a:latin typeface="Arial"/>
                <a:ea typeface="+mj-ea"/>
                <a:cs typeface="+mj-cs"/>
              </a:rPr>
              <a:t>ВМЕСТЕ СОЗДАЁМ БУДУЩЕЕ</a:t>
            </a:r>
            <a:endParaRPr/>
          </a:p>
        </p:txBody>
      </p:sp>
      <p:sp>
        <p:nvSpPr>
          <p:cNvPr id="1616782224" name="Title 1"/>
          <p:cNvSpPr>
            <a:spLocks noGrp="1"/>
          </p:cNvSpPr>
          <p:nvPr>
            <p:ph type="ctrTitle" hasCustomPrompt="1"/>
          </p:nvPr>
        </p:nvSpPr>
        <p:spPr bwMode="auto">
          <a:xfrm>
            <a:off x="2399233" y="1637704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>
                <a:solidFill>
                  <a:srgbClr val="712073"/>
                </a:solidFill>
                <a:latin typeface="Arial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ru-RU"/>
              <a:t>Название презентации</a:t>
            </a:r>
            <a:br>
              <a:rPr lang="ru-RU"/>
            </a:br>
            <a:r>
              <a:rPr lang="ru-RU"/>
              <a:t>может быть набрано в две </a:t>
            </a:r>
            <a:br>
              <a:rPr lang="ru-RU"/>
            </a:br>
            <a:r>
              <a:rPr lang="ru-RU"/>
              <a:t>или три строки (32 </a:t>
            </a:r>
            <a:r>
              <a:rPr lang="ru-RU"/>
              <a:t>pt</a:t>
            </a:r>
            <a:r>
              <a:rPr lang="ru-RU"/>
              <a:t>)</a:t>
            </a:r>
            <a:endParaRPr/>
          </a:p>
        </p:txBody>
      </p:sp>
      <p:sp>
        <p:nvSpPr>
          <p:cNvPr id="112538497" name="Текст 33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2387600" y="3419863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>
                <a:latin typeface="Arial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>
              <a:defRPr/>
            </a:pPr>
            <a:r>
              <a:rPr lang="ru-RU"/>
              <a:t>Выступающий Фамилия И.О. | дата выступления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1_Обложка ИКБ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31548149" name="Рисунок 55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 rot="7820768">
            <a:off x="1045770" y="815639"/>
            <a:ext cx="4110084" cy="4110080"/>
          </a:xfrm>
          <a:prstGeom prst="rect">
            <a:avLst/>
          </a:prstGeom>
        </p:spPr>
      </p:pic>
      <p:pic>
        <p:nvPicPr>
          <p:cNvPr id="1755706732" name="Рисунок 59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 rot="10800000">
            <a:off x="8502883" y="3357693"/>
            <a:ext cx="4856283" cy="4856281"/>
          </a:xfrm>
          <a:prstGeom prst="rect">
            <a:avLst/>
          </a:prstGeom>
        </p:spPr>
      </p:pic>
      <p:pic>
        <p:nvPicPr>
          <p:cNvPr id="1439415674" name="Рисунок 57"/>
          <p:cNvPicPr>
            <a:picLocks noChangeAspect="1"/>
          </p:cNvPicPr>
          <p:nvPr userDrawn="1"/>
        </p:nvPicPr>
        <p:blipFill rotWithShape="1">
          <a:blip r:embed="rId3"/>
          <a:stretch/>
        </p:blipFill>
        <p:spPr bwMode="auto">
          <a:xfrm rot="16199999">
            <a:off x="-3071796" y="3058144"/>
            <a:ext cx="6858000" cy="741712"/>
          </a:xfrm>
          <a:prstGeom prst="rect">
            <a:avLst/>
          </a:prstGeom>
        </p:spPr>
      </p:pic>
      <p:graphicFrame>
        <p:nvGraphicFramePr>
          <p:cNvPr id="406616876" name="Object 8"/>
          <p:cNvGraphicFramePr>
            <a:graphicFrameLocks xmlns:a="http://schemas.openxmlformats.org/drawingml/2006/main" noChangeAspect="1"/>
          </p:cNvGraphicFramePr>
          <p:nvPr/>
        </p:nvGraphicFramePr>
        <p:xfrm>
          <a:off x="1959" y="1597"/>
          <a:ext cx="1953" cy="1587"/>
        </p:xfrm>
        <a:graphic>
          <a:graphicData uri="http://schemas.openxmlformats.org/presentationml/2006/ole">
            <p:oleObj name="oleObj" r:id="rId5" imgW="8890" imgH="8890" progId="TCLayout.ActiveDocument.1">
              <p:embed/>
              <p:pic>
                <p:nvPicPr>
                  <p:cNvPr id="406616876" name="Object 8"/>
                  <p:cNvPicPr/>
                  <p:nvPr/>
                </p:nvPicPr>
                <p:blipFill rotWithShape="1">
                  <a:blip r:embed="rId4"/>
                  <a:stretch/>
                </p:blipFill>
                <p:spPr bwMode="auto">
                  <a:xfrm>
                    <a:off x="1959" y="1597"/>
                    <a:ext cx="1953" cy="1587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sp>
        <p:nvSpPr>
          <p:cNvPr id="1834623185" name="Прямоугольник 2" hidden="1"/>
          <p:cNvSpPr/>
          <p:nvPr/>
        </p:nvSpPr>
        <p:spPr bwMode="auto"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36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380697079" name="Полилиния: фигура 6"/>
          <p:cNvSpPr/>
          <p:nvPr userDrawn="1"/>
        </p:nvSpPr>
        <p:spPr bwMode="auto">
          <a:xfrm rot="2053505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 fill="norm" stroke="1" extrusionOk="0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456212554" name="Прямоугольник 11"/>
          <p:cNvSpPr/>
          <p:nvPr userDrawn="1"/>
        </p:nvSpPr>
        <p:spPr bwMode="auto">
          <a:xfrm>
            <a:off x="3219449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310913582" name="Прямоугольник 12"/>
          <p:cNvSpPr/>
          <p:nvPr userDrawn="1"/>
        </p:nvSpPr>
        <p:spPr bwMode="auto">
          <a:xfrm>
            <a:off x="12174764" y="2895598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131230535" name="Title 1"/>
          <p:cNvSpPr txBox="1"/>
          <p:nvPr userDrawn="1"/>
        </p:nvSpPr>
        <p:spPr bwMode="auto">
          <a:xfrm>
            <a:off x="2402923" y="368869"/>
            <a:ext cx="3476768" cy="699403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00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1" i="0" u="none" strike="noStrike" cap="none" spc="0">
                <a:ln>
                  <a:noFill/>
                </a:ln>
                <a:solidFill>
                  <a:srgbClr val="006D81"/>
                </a:solidFill>
                <a:latin typeface="Arial"/>
                <a:ea typeface="+mj-ea"/>
                <a:cs typeface="+mj-cs"/>
              </a:rPr>
              <a:t>Институт кибербезопасности и цифровых технологий</a:t>
            </a:r>
            <a:endParaRPr/>
          </a:p>
        </p:txBody>
      </p:sp>
      <p:grpSp>
        <p:nvGrpSpPr>
          <p:cNvPr id="543739721" name="Группа 15"/>
          <p:cNvGrpSpPr/>
          <p:nvPr userDrawn="1"/>
        </p:nvGrpSpPr>
        <p:grpSpPr bwMode="auto">
          <a:xfrm>
            <a:off x="9620249" y="530559"/>
            <a:ext cx="2022129" cy="1417607"/>
            <a:chOff x="4091278" y="2349598"/>
            <a:chExt cx="3638550" cy="2550793"/>
          </a:xfrm>
          <a:solidFill>
            <a:srgbClr val="006D81"/>
          </a:solidFill>
        </p:grpSpPr>
        <p:sp>
          <p:nvSpPr>
            <p:cNvPr id="19" name="Полилиния: фигура 18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fill="norm" stroke="1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20" name="Полилиния: фигура 19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fill="norm" stroke="1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21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52" name="Полилиния: фигура 51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fill="norm" stroke="1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3" name="Полилиния: фигура 52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fill="norm" stroke="1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3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50" name="Полилиния: фигура 49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fill="norm" stroke="1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1" name="Полилиния: фигура 50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fill="norm" stroke="1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24" name="Полилиния: фигура 23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fill="norm" stroke="1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25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48" name="Полилиния: фигура 47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fill="norm" stroke="1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9" name="Полилиния: фигура 48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fill="norm" stroke="1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6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46" name="Полилиния: фигура 45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fill="norm" stroke="1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7" name="Полилиния: фигура 46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fill="norm" stroke="1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7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37" name="Полилиния: фигура 36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fill="norm" stroke="1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4" name="Полилиния: фигура 43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fill="norm" stroke="1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8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30" name="Полилиния: фигура 29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fill="norm" stroke="1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31" name="Полилиния: фигура 30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fill="norm" stroke="1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</p:grpSp>
      <p:sp>
        <p:nvSpPr>
          <p:cNvPr id="803928650" name="Title 1"/>
          <p:cNvSpPr txBox="1"/>
          <p:nvPr userDrawn="1"/>
        </p:nvSpPr>
        <p:spPr bwMode="auto"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00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0" i="0" u="none" strike="noStrike" cap="none" spc="250">
                <a:ln>
                  <a:noFill/>
                </a:ln>
                <a:solidFill>
                  <a:srgbClr val="8291A2"/>
                </a:solidFill>
                <a:latin typeface="Arial"/>
                <a:ea typeface="+mj-ea"/>
                <a:cs typeface="+mj-cs"/>
              </a:rPr>
              <a:t>ВМЕСТЕ СОЗДАЁМ БУДУЩЕЕ</a:t>
            </a:r>
            <a:endParaRPr/>
          </a:p>
        </p:txBody>
      </p:sp>
      <p:sp>
        <p:nvSpPr>
          <p:cNvPr id="289205593" name="Title 1"/>
          <p:cNvSpPr>
            <a:spLocks noGrp="1"/>
          </p:cNvSpPr>
          <p:nvPr>
            <p:ph type="ctrTitle" hasCustomPrompt="1"/>
          </p:nvPr>
        </p:nvSpPr>
        <p:spPr bwMode="auto">
          <a:xfrm>
            <a:off x="2399233" y="1637704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>
                <a:solidFill>
                  <a:srgbClr val="006D81"/>
                </a:solidFill>
                <a:latin typeface="Arial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ru-RU"/>
              <a:t>Название презентации</a:t>
            </a:r>
            <a:br>
              <a:rPr lang="ru-RU"/>
            </a:br>
            <a:r>
              <a:rPr lang="ru-RU"/>
              <a:t>может быть набрано в две </a:t>
            </a:r>
            <a:br>
              <a:rPr lang="ru-RU"/>
            </a:br>
            <a:r>
              <a:rPr lang="ru-RU"/>
              <a:t>или три строки (32 </a:t>
            </a:r>
            <a:r>
              <a:rPr lang="ru-RU"/>
              <a:t>pt</a:t>
            </a:r>
            <a:r>
              <a:rPr lang="ru-RU"/>
              <a:t>)</a:t>
            </a:r>
            <a:endParaRPr/>
          </a:p>
        </p:txBody>
      </p:sp>
      <p:sp>
        <p:nvSpPr>
          <p:cNvPr id="124753686" name="Текст 33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2387600" y="3419863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>
                <a:latin typeface="Arial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>
              <a:defRPr/>
            </a:pPr>
            <a:r>
              <a:rPr lang="ru-RU"/>
              <a:t>Выступающий Фамилия И.О. | дата выступления</a:t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_Обложка Колледж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05216336" name="Рисунок 7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 rot="9899999">
            <a:off x="8449293" y="3340505"/>
            <a:ext cx="4883868" cy="4883864"/>
          </a:xfrm>
          <a:prstGeom prst="rect">
            <a:avLst/>
          </a:prstGeom>
        </p:spPr>
      </p:pic>
      <p:pic>
        <p:nvPicPr>
          <p:cNvPr id="1001491372" name="Рисунок 5"/>
          <p:cNvPicPr>
            <a:picLocks noChangeAspect="1"/>
          </p:cNvPicPr>
          <p:nvPr userDrawn="1"/>
        </p:nvPicPr>
        <p:blipFill rotWithShape="1">
          <a:blip r:embed="rId3"/>
          <a:stretch/>
        </p:blipFill>
        <p:spPr bwMode="auto">
          <a:xfrm rot="16199999">
            <a:off x="-3075891" y="3045839"/>
            <a:ext cx="6857999" cy="766319"/>
          </a:xfrm>
          <a:prstGeom prst="rect">
            <a:avLst/>
          </a:prstGeom>
        </p:spPr>
      </p:pic>
      <p:pic>
        <p:nvPicPr>
          <p:cNvPr id="1337998493" name="Рисунок 3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 rot="6686232">
            <a:off x="1037422" y="781037"/>
            <a:ext cx="4179286" cy="4179282"/>
          </a:xfrm>
          <a:prstGeom prst="rect">
            <a:avLst/>
          </a:prstGeom>
        </p:spPr>
      </p:pic>
      <p:graphicFrame>
        <p:nvGraphicFramePr>
          <p:cNvPr id="1005280925" name="Object 8"/>
          <p:cNvGraphicFramePr>
            <a:graphicFrameLocks xmlns:a="http://schemas.openxmlformats.org/drawingml/2006/main" noChangeAspect="1"/>
          </p:cNvGraphicFramePr>
          <p:nvPr/>
        </p:nvGraphicFramePr>
        <p:xfrm>
          <a:off x="1959" y="1597"/>
          <a:ext cx="1953" cy="1587"/>
        </p:xfrm>
        <a:graphic>
          <a:graphicData uri="http://schemas.openxmlformats.org/presentationml/2006/ole">
            <p:oleObj name="oleObj" r:id="rId5" imgW="8890" imgH="8890" progId="TCLayout.ActiveDocument.1">
              <p:embed/>
              <p:pic>
                <p:nvPicPr>
                  <p:cNvPr id="1005280925" name="Object 8"/>
                  <p:cNvPicPr/>
                  <p:nvPr/>
                </p:nvPicPr>
                <p:blipFill rotWithShape="1">
                  <a:blip r:embed="rId4"/>
                  <a:stretch/>
                </p:blipFill>
                <p:spPr bwMode="auto">
                  <a:xfrm>
                    <a:off x="1959" y="1597"/>
                    <a:ext cx="1953" cy="1587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sp>
        <p:nvSpPr>
          <p:cNvPr id="1342916223" name="Прямоугольник 2" hidden="1"/>
          <p:cNvSpPr/>
          <p:nvPr/>
        </p:nvSpPr>
        <p:spPr bwMode="auto"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36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568509670" name="Полилиния: фигура 6"/>
          <p:cNvSpPr/>
          <p:nvPr userDrawn="1"/>
        </p:nvSpPr>
        <p:spPr bwMode="auto">
          <a:xfrm rot="2053505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 fill="norm" stroke="1" extrusionOk="0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800705083" name="Прямоугольник 11"/>
          <p:cNvSpPr/>
          <p:nvPr userDrawn="1"/>
        </p:nvSpPr>
        <p:spPr bwMode="auto">
          <a:xfrm>
            <a:off x="3219449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309147931" name="Прямоугольник 12"/>
          <p:cNvSpPr/>
          <p:nvPr userDrawn="1"/>
        </p:nvSpPr>
        <p:spPr bwMode="auto">
          <a:xfrm>
            <a:off x="12174764" y="2895598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636433281" name="Title 1"/>
          <p:cNvSpPr txBox="1"/>
          <p:nvPr userDrawn="1"/>
        </p:nvSpPr>
        <p:spPr bwMode="auto">
          <a:xfrm>
            <a:off x="2402922" y="180857"/>
            <a:ext cx="6402705" cy="699403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00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1" i="0" u="none" strike="noStrike" cap="none" spc="0">
                <a:ln>
                  <a:noFill/>
                </a:ln>
                <a:solidFill>
                  <a:srgbClr val="EA7125"/>
                </a:solidFill>
                <a:latin typeface="Arial"/>
                <a:ea typeface="+mj-ea"/>
                <a:cs typeface="+mj-cs"/>
              </a:rPr>
              <a:t>Колледж программирования </a:t>
            </a:r>
            <a:br>
              <a:rPr lang="ru-RU" sz="1800" b="1" i="0" u="none" strike="noStrike" cap="none" spc="0">
                <a:ln>
                  <a:noFill/>
                </a:ln>
                <a:solidFill>
                  <a:srgbClr val="EA7125"/>
                </a:solidFill>
                <a:latin typeface="Arial"/>
                <a:ea typeface="+mj-ea"/>
                <a:cs typeface="+mj-cs"/>
              </a:rPr>
            </a:br>
            <a:r>
              <a:rPr lang="ru-RU" sz="1800" b="1" i="0" u="none" strike="noStrike" cap="none" spc="0">
                <a:ln>
                  <a:noFill/>
                </a:ln>
                <a:solidFill>
                  <a:srgbClr val="EA7125"/>
                </a:solidFill>
                <a:latin typeface="Arial"/>
                <a:ea typeface="+mj-ea"/>
                <a:cs typeface="+mj-cs"/>
              </a:rPr>
              <a:t>и кибербезопасности</a:t>
            </a:r>
            <a:endParaRPr/>
          </a:p>
        </p:txBody>
      </p:sp>
      <p:grpSp>
        <p:nvGrpSpPr>
          <p:cNvPr id="586508694" name="Группа 15"/>
          <p:cNvGrpSpPr/>
          <p:nvPr userDrawn="1"/>
        </p:nvGrpSpPr>
        <p:grpSpPr bwMode="auto">
          <a:xfrm>
            <a:off x="9620249" y="530559"/>
            <a:ext cx="2022129" cy="1417607"/>
            <a:chOff x="4091278" y="2349598"/>
            <a:chExt cx="3638550" cy="2550793"/>
          </a:xfrm>
          <a:solidFill>
            <a:srgbClr val="EA7125"/>
          </a:solidFill>
        </p:grpSpPr>
        <p:sp>
          <p:nvSpPr>
            <p:cNvPr id="19" name="Полилиния: фигура 18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fill="norm" stroke="1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20" name="Полилиния: фигура 19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fill="norm" stroke="1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21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52" name="Полилиния: фигура 51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fill="norm" stroke="1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3" name="Полилиния: фигура 52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fill="norm" stroke="1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3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50" name="Полилиния: фигура 49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fill="norm" stroke="1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1" name="Полилиния: фигура 50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fill="norm" stroke="1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24" name="Полилиния: фигура 23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fill="norm" stroke="1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25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48" name="Полилиния: фигура 47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fill="norm" stroke="1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9" name="Полилиния: фигура 48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fill="norm" stroke="1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6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46" name="Полилиния: фигура 45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fill="norm" stroke="1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7" name="Полилиния: фигура 46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fill="norm" stroke="1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7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37" name="Полилиния: фигура 36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fill="norm" stroke="1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4" name="Полилиния: фигура 43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fill="norm" stroke="1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8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30" name="Полилиния: фигура 29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fill="norm" stroke="1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31" name="Полилиния: фигура 30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fill="norm" stroke="1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</p:grpSp>
      <p:sp>
        <p:nvSpPr>
          <p:cNvPr id="849501816" name="Title 1"/>
          <p:cNvSpPr txBox="1"/>
          <p:nvPr userDrawn="1"/>
        </p:nvSpPr>
        <p:spPr bwMode="auto"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00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0" i="0" u="none" strike="noStrike" cap="none" spc="250">
                <a:ln>
                  <a:noFill/>
                </a:ln>
                <a:solidFill>
                  <a:srgbClr val="8291A2"/>
                </a:solidFill>
                <a:latin typeface="Arial"/>
                <a:ea typeface="+mj-ea"/>
                <a:cs typeface="+mj-cs"/>
              </a:rPr>
              <a:t>ВМЕСТЕ СОЗДАЁМ БУДУЩЕЕ</a:t>
            </a:r>
            <a:endParaRPr/>
          </a:p>
        </p:txBody>
      </p:sp>
      <p:sp>
        <p:nvSpPr>
          <p:cNvPr id="367603894" name="Title 1"/>
          <p:cNvSpPr>
            <a:spLocks noGrp="1"/>
          </p:cNvSpPr>
          <p:nvPr>
            <p:ph type="ctrTitle" hasCustomPrompt="1"/>
          </p:nvPr>
        </p:nvSpPr>
        <p:spPr bwMode="auto">
          <a:xfrm>
            <a:off x="2399233" y="1637704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>
                <a:solidFill>
                  <a:srgbClr val="EA7125"/>
                </a:solidFill>
                <a:latin typeface="Arial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ru-RU"/>
              <a:t>Название презентации</a:t>
            </a:r>
            <a:br>
              <a:rPr lang="ru-RU"/>
            </a:br>
            <a:r>
              <a:rPr lang="ru-RU"/>
              <a:t>может быть набрано в две </a:t>
            </a:r>
            <a:br>
              <a:rPr lang="ru-RU"/>
            </a:br>
            <a:r>
              <a:rPr lang="ru-RU"/>
              <a:t>или три строки (32 </a:t>
            </a:r>
            <a:r>
              <a:rPr lang="ru-RU"/>
              <a:t>pt</a:t>
            </a:r>
            <a:r>
              <a:rPr lang="ru-RU"/>
              <a:t>)</a:t>
            </a:r>
            <a:endParaRPr/>
          </a:p>
        </p:txBody>
      </p:sp>
      <p:sp>
        <p:nvSpPr>
          <p:cNvPr id="2007950989" name="Текст 33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2387600" y="3419863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>
                <a:latin typeface="Arial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>
              <a:defRPr/>
            </a:pPr>
            <a:r>
              <a:rPr lang="ru-RU"/>
              <a:t>Выступающий Фамилия И.О. | дата выступления</a:t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Обложка ПИШ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69527423" name="Рисунок 9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 rot="10800000">
            <a:off x="8510360" y="3356738"/>
            <a:ext cx="4793067" cy="4793067"/>
          </a:xfrm>
          <a:prstGeom prst="rect">
            <a:avLst/>
          </a:prstGeom>
        </p:spPr>
      </p:pic>
      <p:pic>
        <p:nvPicPr>
          <p:cNvPr id="1748549206" name="Рисунок 3"/>
          <p:cNvPicPr>
            <a:picLocks noChangeAspect="1"/>
          </p:cNvPicPr>
          <p:nvPr userDrawn="1"/>
        </p:nvPicPr>
        <p:blipFill rotWithShape="1">
          <a:blip r:embed="rId2"/>
          <a:stretch/>
        </p:blipFill>
        <p:spPr bwMode="auto">
          <a:xfrm rot="7539414">
            <a:off x="1045283" y="769470"/>
            <a:ext cx="4159130" cy="4159130"/>
          </a:xfrm>
          <a:prstGeom prst="rect">
            <a:avLst/>
          </a:prstGeom>
        </p:spPr>
      </p:pic>
      <p:pic>
        <p:nvPicPr>
          <p:cNvPr id="895432023" name="Рисунок 7"/>
          <p:cNvPicPr>
            <a:picLocks noChangeAspect="1"/>
          </p:cNvPicPr>
          <p:nvPr userDrawn="1"/>
        </p:nvPicPr>
        <p:blipFill rotWithShape="1">
          <a:blip r:embed="rId3"/>
          <a:stretch/>
        </p:blipFill>
        <p:spPr bwMode="auto">
          <a:xfrm rot="16199999">
            <a:off x="-3086110" y="3046450"/>
            <a:ext cx="6886627" cy="741714"/>
          </a:xfrm>
          <a:prstGeom prst="rect">
            <a:avLst/>
          </a:prstGeom>
        </p:spPr>
      </p:pic>
      <p:graphicFrame>
        <p:nvGraphicFramePr>
          <p:cNvPr id="2052444102" name="Object 8"/>
          <p:cNvGraphicFramePr>
            <a:graphicFrameLocks xmlns:a="http://schemas.openxmlformats.org/drawingml/2006/main" noChangeAspect="1"/>
          </p:cNvGraphicFramePr>
          <p:nvPr/>
        </p:nvGraphicFramePr>
        <p:xfrm>
          <a:off x="1959" y="1597"/>
          <a:ext cx="1953" cy="1587"/>
        </p:xfrm>
        <a:graphic>
          <a:graphicData uri="http://schemas.openxmlformats.org/presentationml/2006/ole">
            <p:oleObj name="oleObj" r:id="rId5" imgW="8890" imgH="8890" progId="TCLayout.ActiveDocument.1">
              <p:embed/>
              <p:pic>
                <p:nvPicPr>
                  <p:cNvPr id="2052444102" name="Object 8"/>
                  <p:cNvPicPr/>
                  <p:nvPr/>
                </p:nvPicPr>
                <p:blipFill rotWithShape="1">
                  <a:blip r:embed="rId4"/>
                  <a:stretch/>
                </p:blipFill>
                <p:spPr bwMode="auto">
                  <a:xfrm>
                    <a:off x="1959" y="1597"/>
                    <a:ext cx="1953" cy="1587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sp>
        <p:nvSpPr>
          <p:cNvPr id="711505406" name="Прямоугольник 2" hidden="1"/>
          <p:cNvSpPr/>
          <p:nvPr/>
        </p:nvSpPr>
        <p:spPr bwMode="auto"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36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49527201" name="Полилиния: фигура 6"/>
          <p:cNvSpPr/>
          <p:nvPr userDrawn="1"/>
        </p:nvSpPr>
        <p:spPr bwMode="auto">
          <a:xfrm rot="2053505">
            <a:off x="6494850" y="2881621"/>
            <a:ext cx="6707999" cy="6708001"/>
          </a:xfrm>
          <a:custGeom>
            <a:avLst/>
            <a:gdLst>
              <a:gd name="connsiteX0" fmla="*/ 7502648 w 7502647"/>
              <a:gd name="connsiteY0" fmla="*/ 3751324 h 7502647"/>
              <a:gd name="connsiteX1" fmla="*/ 3751324 w 7502647"/>
              <a:gd name="connsiteY1" fmla="*/ 7502647 h 7502647"/>
              <a:gd name="connsiteX2" fmla="*/ 0 w 7502647"/>
              <a:gd name="connsiteY2" fmla="*/ 3751323 h 7502647"/>
              <a:gd name="connsiteX3" fmla="*/ 3751324 w 7502647"/>
              <a:gd name="connsiteY3" fmla="*/ 0 h 7502647"/>
              <a:gd name="connsiteX4" fmla="*/ 7502648 w 7502647"/>
              <a:gd name="connsiteY4" fmla="*/ 3751324 h 750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502647" h="7502647" fill="norm" stroke="1" extrusionOk="0">
                <a:moveTo>
                  <a:pt x="7502648" y="3751324"/>
                </a:moveTo>
                <a:cubicBezTo>
                  <a:pt x="7502648" y="5823123"/>
                  <a:pt x="5823123" y="7502647"/>
                  <a:pt x="3751324" y="7502647"/>
                </a:cubicBezTo>
                <a:cubicBezTo>
                  <a:pt x="1679525" y="7502647"/>
                  <a:pt x="0" y="5823123"/>
                  <a:pt x="0" y="3751323"/>
                </a:cubicBezTo>
                <a:cubicBezTo>
                  <a:pt x="0" y="1679524"/>
                  <a:pt x="1679525" y="0"/>
                  <a:pt x="3751324" y="0"/>
                </a:cubicBezTo>
                <a:cubicBezTo>
                  <a:pt x="5823123" y="0"/>
                  <a:pt x="7502648" y="1679524"/>
                  <a:pt x="7502648" y="3751324"/>
                </a:cubicBezTo>
                <a:close/>
              </a:path>
            </a:pathLst>
          </a:custGeom>
          <a:noFill/>
          <a:ln w="29033" cap="flat">
            <a:solidFill>
              <a:srgbClr val="BABDB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510406359" name="Прямоугольник 11"/>
          <p:cNvSpPr/>
          <p:nvPr userDrawn="1"/>
        </p:nvSpPr>
        <p:spPr bwMode="auto">
          <a:xfrm>
            <a:off x="3219449" y="6857999"/>
            <a:ext cx="10723940" cy="283016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437617298" name="Прямоугольник 12"/>
          <p:cNvSpPr/>
          <p:nvPr userDrawn="1"/>
        </p:nvSpPr>
        <p:spPr bwMode="auto">
          <a:xfrm>
            <a:off x="12174764" y="2895598"/>
            <a:ext cx="1156959" cy="4799121"/>
          </a:xfrm>
          <a:prstGeom prst="rect">
            <a:avLst/>
          </a:prstGeom>
          <a:solidFill>
            <a:srgbClr val="E6E6E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306795298" name="Title 1"/>
          <p:cNvSpPr txBox="1"/>
          <p:nvPr userDrawn="1"/>
        </p:nvSpPr>
        <p:spPr bwMode="auto">
          <a:xfrm>
            <a:off x="2402922" y="200292"/>
            <a:ext cx="8289422" cy="699403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00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1" i="0" u="none" strike="noStrike" cap="none" spc="0">
                <a:ln>
                  <a:noFill/>
                </a:ln>
                <a:solidFill>
                  <a:srgbClr val="3D378D"/>
                </a:solidFill>
                <a:latin typeface="Arial"/>
                <a:ea typeface="+mj-ea"/>
                <a:cs typeface="+mj-cs"/>
              </a:rPr>
              <a:t>Передовая инженерная школа </a:t>
            </a:r>
            <a:br>
              <a:rPr lang="ru-RU" sz="1800" b="1" i="0" u="none" strike="noStrike" cap="none" spc="0">
                <a:ln>
                  <a:noFill/>
                </a:ln>
                <a:solidFill>
                  <a:srgbClr val="3D378D"/>
                </a:solidFill>
                <a:latin typeface="Arial"/>
                <a:ea typeface="+mj-ea"/>
                <a:cs typeface="+mj-cs"/>
              </a:rPr>
            </a:br>
            <a:r>
              <a:rPr lang="ru-RU" sz="1800" b="1" i="0" u="none" strike="noStrike" cap="none" spc="0">
                <a:ln>
                  <a:noFill/>
                </a:ln>
                <a:solidFill>
                  <a:srgbClr val="3D378D"/>
                </a:solidFill>
                <a:latin typeface="Arial"/>
                <a:ea typeface="+mj-ea"/>
                <a:cs typeface="+mj-cs"/>
              </a:rPr>
              <a:t>СВЧ-электроники</a:t>
            </a:r>
            <a:endParaRPr/>
          </a:p>
        </p:txBody>
      </p:sp>
      <p:grpSp>
        <p:nvGrpSpPr>
          <p:cNvPr id="1100840423" name="Группа 15"/>
          <p:cNvGrpSpPr/>
          <p:nvPr userDrawn="1"/>
        </p:nvGrpSpPr>
        <p:grpSpPr bwMode="auto">
          <a:xfrm>
            <a:off x="9620249" y="530559"/>
            <a:ext cx="2022129" cy="1417607"/>
            <a:chOff x="4091278" y="2349598"/>
            <a:chExt cx="3638550" cy="2550793"/>
          </a:xfrm>
          <a:solidFill>
            <a:srgbClr val="3D378D"/>
          </a:solidFill>
        </p:grpSpPr>
        <p:sp>
          <p:nvSpPr>
            <p:cNvPr id="19" name="Полилиния: фигура 18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fill="norm" stroke="1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3D378D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20" name="Полилиния: фигура 19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fill="norm" stroke="1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3D378D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21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52" name="Полилиния: фигура 51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fill="norm" stroke="1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3D378D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3" name="Полилиния: фигура 52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fill="norm" stroke="1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3D378D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3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50" name="Полилиния: фигура 49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fill="norm" stroke="1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3D378D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1" name="Полилиния: фигура 50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fill="norm" stroke="1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3D378D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24" name="Полилиния: фигура 23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fill="norm" stroke="1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3D378D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25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48" name="Полилиния: фигура 47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fill="norm" stroke="1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3D378D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9" name="Полилиния: фигура 48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fill="norm" stroke="1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3D378D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6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46" name="Полилиния: фигура 45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fill="norm" stroke="1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3D378D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7" name="Полилиния: фигура 46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fill="norm" stroke="1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3D378D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7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37" name="Полилиния: фигура 36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fill="norm" stroke="1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3D378D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4" name="Полилиния: фигура 43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fill="norm" stroke="1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3D378D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8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30" name="Полилиния: фигура 29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fill="norm" stroke="1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3D378D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31" name="Полилиния: фигура 30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fill="norm" stroke="1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3D378D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</p:grpSp>
      <p:sp>
        <p:nvSpPr>
          <p:cNvPr id="1876573419" name="Title 1"/>
          <p:cNvSpPr txBox="1"/>
          <p:nvPr userDrawn="1"/>
        </p:nvSpPr>
        <p:spPr bwMode="auto">
          <a:xfrm>
            <a:off x="2402922" y="5782438"/>
            <a:ext cx="5083681" cy="422405"/>
          </a:xfrm>
          <a:prstGeom prst="rect">
            <a:avLst/>
          </a:prstGeom>
          <a:noFill/>
        </p:spPr>
        <p:txBody>
          <a:bodyPr vert="horz" wrap="square" lIns="0" tIns="72000" rIns="0" bIns="72000" rtlCol="0" anchor="t" anchorCtr="0">
            <a:spAutoFit/>
          </a:bodyPr>
          <a:lstStyle>
            <a:lvl1pPr marL="0" algn="l" defTabSz="914400" rtl="0">
              <a:lnSpc>
                <a:spcPct val="100000"/>
              </a:lnSpc>
              <a:spcBef>
                <a:spcPts val="0"/>
              </a:spcBef>
              <a:buNone/>
              <a:defRPr lang="ru-RU" sz="2400" b="1">
                <a:solidFill>
                  <a:srgbClr val="706F6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1800" b="0" i="0" u="none" strike="noStrike" cap="none" spc="250">
                <a:ln>
                  <a:noFill/>
                </a:ln>
                <a:solidFill>
                  <a:srgbClr val="8291A2"/>
                </a:solidFill>
                <a:latin typeface="Arial"/>
                <a:ea typeface="+mj-ea"/>
                <a:cs typeface="+mj-cs"/>
              </a:rPr>
              <a:t>ВМЕСТЕ СОЗДАЁМ БУДУЩЕЕ</a:t>
            </a:r>
            <a:endParaRPr/>
          </a:p>
        </p:txBody>
      </p:sp>
      <p:sp>
        <p:nvSpPr>
          <p:cNvPr id="1189212585" name="Title 1"/>
          <p:cNvSpPr>
            <a:spLocks noGrp="1"/>
          </p:cNvSpPr>
          <p:nvPr>
            <p:ph type="ctrTitle" hasCustomPrompt="1"/>
          </p:nvPr>
        </p:nvSpPr>
        <p:spPr bwMode="auto">
          <a:xfrm>
            <a:off x="2399233" y="1637704"/>
            <a:ext cx="5896792" cy="168513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noAutofit/>
          </a:bodyPr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buClr>
                <a:schemeClr val="accent5"/>
              </a:buClr>
              <a:buFontTx/>
              <a:buNone/>
              <a:defRPr lang="ru-RU" sz="3200" b="1">
                <a:solidFill>
                  <a:srgbClr val="3D378D"/>
                </a:solidFill>
                <a:latin typeface="Arial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ru-RU"/>
              <a:t>Название презентации</a:t>
            </a:r>
            <a:br>
              <a:rPr lang="ru-RU"/>
            </a:br>
            <a:r>
              <a:rPr lang="ru-RU"/>
              <a:t>может быть набрано в две </a:t>
            </a:r>
            <a:br>
              <a:rPr lang="ru-RU"/>
            </a:br>
            <a:r>
              <a:rPr lang="ru-RU"/>
              <a:t>или три строки (32 </a:t>
            </a:r>
            <a:r>
              <a:rPr lang="ru-RU"/>
              <a:t>pt</a:t>
            </a:r>
            <a:r>
              <a:rPr lang="ru-RU"/>
              <a:t>)</a:t>
            </a:r>
            <a:endParaRPr/>
          </a:p>
        </p:txBody>
      </p:sp>
      <p:sp>
        <p:nvSpPr>
          <p:cNvPr id="1757016003" name="Текст 33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2387600" y="3419863"/>
            <a:ext cx="5398164" cy="553998"/>
          </a:xfrm>
          <a:prstGeom prst="rect">
            <a:avLst/>
          </a:prstGeom>
        </p:spPr>
        <p:txBody>
          <a:bodyPr lIns="0" tIns="0" rIns="0" bIns="0"/>
          <a:lstStyle>
            <a:lvl1pPr>
              <a:defRPr sz="1800">
                <a:latin typeface="Arial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>
              <a:defRPr/>
            </a:pPr>
            <a:r>
              <a:rPr lang="ru-RU"/>
              <a:t>Выступающий Фамилия И.О. | дата выступления</a:t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userDrawn="1">
  <p:cSld name="Раздел_темны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1379108977" name="Object 8"/>
          <p:cNvGraphicFramePr>
            <a:graphicFrameLocks xmlns:a="http://schemas.openxmlformats.org/drawingml/2006/main" noChangeAspect="1"/>
          </p:cNvGraphicFramePr>
          <p:nvPr/>
        </p:nvGraphicFramePr>
        <p:xfrm>
          <a:off x="1959" y="1597"/>
          <a:ext cx="1953" cy="1587"/>
        </p:xfrm>
        <a:graphic>
          <a:graphicData uri="http://schemas.openxmlformats.org/presentationml/2006/ole">
            <p:oleObj name="oleObj" r:id="rId3" imgW="8890" imgH="8890" progId="TCLayout.ActiveDocument.1">
              <p:embed/>
              <p:pic>
                <p:nvPicPr>
                  <p:cNvPr id="1379108977" name="Object 8"/>
                  <p:cNvPicPr/>
                  <p:nvPr/>
                </p:nvPicPr>
                <p:blipFill rotWithShape="1">
                  <a:blip r:embed="rId2"/>
                  <a:stretch/>
                </p:blipFill>
                <p:spPr bwMode="auto">
                  <a:xfrm>
                    <a:off x="1959" y="1597"/>
                    <a:ext cx="1953" cy="1587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sp>
        <p:nvSpPr>
          <p:cNvPr id="2034993221" name="Прямоугольник 2" hidden="1"/>
          <p:cNvSpPr/>
          <p:nvPr/>
        </p:nvSpPr>
        <p:spPr bwMode="auto"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36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916807088" name="Title 1"/>
          <p:cNvSpPr>
            <a:spLocks noGrp="1"/>
          </p:cNvSpPr>
          <p:nvPr>
            <p:ph type="ctrTitle" hasCustomPrompt="1"/>
          </p:nvPr>
        </p:nvSpPr>
        <p:spPr bwMode="auto">
          <a:xfrm>
            <a:off x="2850600" y="2613958"/>
            <a:ext cx="5569500" cy="699403"/>
          </a:xfrm>
          <a:prstGeom prst="rect">
            <a:avLst/>
          </a:prstGeom>
          <a:noFill/>
        </p:spPr>
        <p:txBody>
          <a:bodyPr vert="horz" wrap="square" lIns="0" tIns="72000" rIns="0" bIns="72000" anchor="t" anchorCtr="0">
            <a:sp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3600" b="0">
                <a:solidFill>
                  <a:schemeClr val="accent5"/>
                </a:solidFill>
                <a:latin typeface="Arial"/>
              </a:defRPr>
            </a:lvl1pPr>
          </a:lstStyle>
          <a:p>
            <a:pPr>
              <a:defRPr/>
            </a:pPr>
            <a:r>
              <a:rPr lang="ru-RU"/>
              <a:t>Название раздела</a:t>
            </a:r>
            <a:endParaRPr/>
          </a:p>
        </p:txBody>
      </p:sp>
      <p:sp>
        <p:nvSpPr>
          <p:cNvPr id="1113426594" name="Rectangle 12"/>
          <p:cNvSpPr/>
          <p:nvPr userDrawn="1"/>
        </p:nvSpPr>
        <p:spPr bwMode="auto"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pPr marL="0" marR="0" lvl="0" indent="0" algn="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E423E46-B7A0-4744-B3E1-320992BDBEC7}" type="slidenum">
              <a:rPr lang="ru-RU" sz="1000" b="0" i="0" u="none" strike="noStrike" cap="none" spc="0">
                <a:ln>
                  <a:noFill/>
                </a:ln>
                <a:solidFill>
                  <a:schemeClr val="accent5"/>
                </a:solidFill>
                <a:latin typeface="Arial"/>
                <a:ea typeface="+mn-ea"/>
                <a:cs typeface="+mn-cs"/>
              </a:rPr>
              <a:t>‹#›</a:t>
            </a:fld>
            <a:endParaRPr lang="ru-RU" sz="1000" b="0" i="0" u="none" strike="noStrike" cap="none" spc="0">
              <a:ln>
                <a:noFill/>
              </a:ln>
              <a:solidFill>
                <a:schemeClr val="accent5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307034626" name="Прямоугольник 21"/>
          <p:cNvSpPr/>
          <p:nvPr userDrawn="1"/>
        </p:nvSpPr>
        <p:spPr bwMode="auto">
          <a:xfrm>
            <a:off x="0" y="0"/>
            <a:ext cx="2692400" cy="6858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noAutofit/>
          </a:bodyPr>
          <a:lstStyle/>
          <a:p>
            <a:pPr algn="ctr">
              <a:defRPr/>
            </a:pPr>
            <a:endParaRPr lang="ru-RU" sz="1200">
              <a:solidFill>
                <a:schemeClr val="tx1"/>
              </a:solidFill>
              <a:latin typeface="Arial"/>
            </a:endParaRPr>
          </a:p>
        </p:txBody>
      </p:sp>
      <p:cxnSp>
        <p:nvCxnSpPr>
          <p:cNvPr id="2110935813" name="Прямая соединительная линия 4"/>
          <p:cNvCxnSpPr/>
          <p:nvPr userDrawn="1"/>
        </p:nvCxnSpPr>
        <p:spPr bwMode="auto">
          <a:xfrm>
            <a:off x="11611219" y="6400800"/>
            <a:ext cx="0" cy="4572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Фина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50819179" name="object 4"/>
          <p:cNvPicPr/>
          <p:nvPr userDrawn="1"/>
        </p:nvPicPr>
        <p:blipFill rotWithShape="1">
          <a:blip r:embed="rId2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04111264" name="Заголовок 6"/>
          <p:cNvSpPr txBox="1"/>
          <p:nvPr userDrawn="1"/>
        </p:nvSpPr>
        <p:spPr bwMode="auto">
          <a:xfrm>
            <a:off x="1085517" y="1171625"/>
            <a:ext cx="2352754" cy="710853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600" b="0" i="0" u="none" strike="noStrike" cap="none" spc="0">
              <a:ln>
                <a:noFill/>
              </a:ln>
              <a:solidFill>
                <a:srgbClr val="FFFFFF"/>
              </a:solidFill>
              <a:latin typeface="Arial"/>
              <a:ea typeface="+mj-ea"/>
              <a:cs typeface="+mj-cs"/>
            </a:endParaRPr>
          </a:p>
        </p:txBody>
      </p:sp>
      <p:sp>
        <p:nvSpPr>
          <p:cNvPr id="683934376" name="object 5"/>
          <p:cNvSpPr/>
          <p:nvPr userDrawn="1"/>
        </p:nvSpPr>
        <p:spPr bwMode="auto">
          <a:xfrm>
            <a:off x="1054987" y="4660960"/>
            <a:ext cx="1614297" cy="1669776"/>
          </a:xfrm>
          <a:custGeom>
            <a:avLst/>
            <a:gdLst/>
            <a:ahLst/>
            <a:cxnLst/>
            <a:rect l="l" t="t" r="r" b="b"/>
            <a:pathLst>
              <a:path w="1718310" h="1777364" fill="norm" stroke="1" extrusionOk="0">
                <a:moveTo>
                  <a:pt x="1025029" y="0"/>
                </a:moveTo>
                <a:lnTo>
                  <a:pt x="1071224" y="12296"/>
                </a:lnTo>
                <a:lnTo>
                  <a:pt x="1116670" y="27000"/>
                </a:lnTo>
                <a:lnTo>
                  <a:pt x="1161265" y="44072"/>
                </a:lnTo>
                <a:lnTo>
                  <a:pt x="1204910" y="63474"/>
                </a:lnTo>
                <a:lnTo>
                  <a:pt x="1247503" y="85167"/>
                </a:lnTo>
                <a:lnTo>
                  <a:pt x="1288944" y="109112"/>
                </a:lnTo>
                <a:lnTo>
                  <a:pt x="1329132" y="135272"/>
                </a:lnTo>
                <a:lnTo>
                  <a:pt x="1367965" y="163608"/>
                </a:lnTo>
                <a:lnTo>
                  <a:pt x="1405344" y="194080"/>
                </a:lnTo>
                <a:lnTo>
                  <a:pt x="1441167" y="226650"/>
                </a:lnTo>
                <a:lnTo>
                  <a:pt x="1475333" y="261281"/>
                </a:lnTo>
                <a:lnTo>
                  <a:pt x="1507742" y="297932"/>
                </a:lnTo>
                <a:lnTo>
                  <a:pt x="1538293" y="336567"/>
                </a:lnTo>
                <a:lnTo>
                  <a:pt x="1566885" y="377145"/>
                </a:lnTo>
                <a:lnTo>
                  <a:pt x="1593418" y="419629"/>
                </a:lnTo>
                <a:lnTo>
                  <a:pt x="1617789" y="463979"/>
                </a:lnTo>
                <a:lnTo>
                  <a:pt x="1639900" y="510159"/>
                </a:lnTo>
                <a:lnTo>
                  <a:pt x="1658199" y="554365"/>
                </a:lnTo>
                <a:lnTo>
                  <a:pt x="1673991" y="598975"/>
                </a:lnTo>
                <a:lnTo>
                  <a:pt x="1687308" y="643907"/>
                </a:lnTo>
                <a:lnTo>
                  <a:pt x="1698180" y="689079"/>
                </a:lnTo>
                <a:lnTo>
                  <a:pt x="1706639" y="734408"/>
                </a:lnTo>
                <a:lnTo>
                  <a:pt x="1712717" y="779812"/>
                </a:lnTo>
                <a:lnTo>
                  <a:pt x="1716446" y="825209"/>
                </a:lnTo>
                <a:lnTo>
                  <a:pt x="1717857" y="870517"/>
                </a:lnTo>
                <a:lnTo>
                  <a:pt x="1716981" y="915653"/>
                </a:lnTo>
                <a:lnTo>
                  <a:pt x="1713850" y="960536"/>
                </a:lnTo>
                <a:lnTo>
                  <a:pt x="1708497" y="1005084"/>
                </a:lnTo>
                <a:lnTo>
                  <a:pt x="1700951" y="1049213"/>
                </a:lnTo>
                <a:lnTo>
                  <a:pt x="1691245" y="1092843"/>
                </a:lnTo>
                <a:lnTo>
                  <a:pt x="1679411" y="1135891"/>
                </a:lnTo>
                <a:lnTo>
                  <a:pt x="1665479" y="1178274"/>
                </a:lnTo>
                <a:lnTo>
                  <a:pt x="1649482" y="1219911"/>
                </a:lnTo>
                <a:lnTo>
                  <a:pt x="1631451" y="1260719"/>
                </a:lnTo>
                <a:lnTo>
                  <a:pt x="1611418" y="1300616"/>
                </a:lnTo>
                <a:lnTo>
                  <a:pt x="1589414" y="1339521"/>
                </a:lnTo>
                <a:lnTo>
                  <a:pt x="1565471" y="1377350"/>
                </a:lnTo>
                <a:lnTo>
                  <a:pt x="1539620" y="1414022"/>
                </a:lnTo>
                <a:lnTo>
                  <a:pt x="1511892" y="1449455"/>
                </a:lnTo>
                <a:lnTo>
                  <a:pt x="1482321" y="1483566"/>
                </a:lnTo>
                <a:lnTo>
                  <a:pt x="1450936" y="1516273"/>
                </a:lnTo>
                <a:lnTo>
                  <a:pt x="1417770" y="1547495"/>
                </a:lnTo>
                <a:lnTo>
                  <a:pt x="1382854" y="1577148"/>
                </a:lnTo>
                <a:lnTo>
                  <a:pt x="1346220" y="1605151"/>
                </a:lnTo>
                <a:lnTo>
                  <a:pt x="1307899" y="1631422"/>
                </a:lnTo>
                <a:lnTo>
                  <a:pt x="1267923" y="1655878"/>
                </a:lnTo>
                <a:lnTo>
                  <a:pt x="1226323" y="1678438"/>
                </a:lnTo>
                <a:lnTo>
                  <a:pt x="1183132" y="1699018"/>
                </a:lnTo>
                <a:lnTo>
                  <a:pt x="1137868" y="1717723"/>
                </a:lnTo>
                <a:lnTo>
                  <a:pt x="1092183" y="1733801"/>
                </a:lnTo>
                <a:lnTo>
                  <a:pt x="1046165" y="1747285"/>
                </a:lnTo>
                <a:lnTo>
                  <a:pt x="999903" y="1758208"/>
                </a:lnTo>
                <a:lnTo>
                  <a:pt x="953484" y="1766606"/>
                </a:lnTo>
                <a:lnTo>
                  <a:pt x="906997" y="1772511"/>
                </a:lnTo>
                <a:lnTo>
                  <a:pt x="860530" y="1775958"/>
                </a:lnTo>
                <a:lnTo>
                  <a:pt x="814170" y="1776981"/>
                </a:lnTo>
                <a:lnTo>
                  <a:pt x="768007" y="1775613"/>
                </a:lnTo>
                <a:lnTo>
                  <a:pt x="722128" y="1771888"/>
                </a:lnTo>
                <a:lnTo>
                  <a:pt x="676622" y="1765841"/>
                </a:lnTo>
                <a:lnTo>
                  <a:pt x="631576" y="1757505"/>
                </a:lnTo>
                <a:lnTo>
                  <a:pt x="587078" y="1746914"/>
                </a:lnTo>
                <a:lnTo>
                  <a:pt x="543218" y="1734102"/>
                </a:lnTo>
                <a:lnTo>
                  <a:pt x="500083" y="1719103"/>
                </a:lnTo>
                <a:lnTo>
                  <a:pt x="457760" y="1701951"/>
                </a:lnTo>
                <a:lnTo>
                  <a:pt x="416340" y="1682679"/>
                </a:lnTo>
                <a:lnTo>
                  <a:pt x="375908" y="1661322"/>
                </a:lnTo>
                <a:lnTo>
                  <a:pt x="336555" y="1637913"/>
                </a:lnTo>
                <a:lnTo>
                  <a:pt x="298367" y="1612487"/>
                </a:lnTo>
                <a:lnTo>
                  <a:pt x="261433" y="1585077"/>
                </a:lnTo>
                <a:lnTo>
                  <a:pt x="225841" y="1555717"/>
                </a:lnTo>
                <a:lnTo>
                  <a:pt x="191679" y="1524441"/>
                </a:lnTo>
                <a:lnTo>
                  <a:pt x="159036" y="1491283"/>
                </a:lnTo>
                <a:lnTo>
                  <a:pt x="127999" y="1456277"/>
                </a:lnTo>
                <a:lnTo>
                  <a:pt x="98657" y="1419456"/>
                </a:lnTo>
                <a:lnTo>
                  <a:pt x="71098" y="1380855"/>
                </a:lnTo>
                <a:lnTo>
                  <a:pt x="45410" y="1340508"/>
                </a:lnTo>
                <a:lnTo>
                  <a:pt x="21681" y="1298447"/>
                </a:lnTo>
                <a:lnTo>
                  <a:pt x="0" y="1254709"/>
                </a:lnTo>
              </a:path>
            </a:pathLst>
          </a:custGeom>
          <a:ln w="8089">
            <a:solidFill>
              <a:srgbClr val="BABCB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sz="18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1865888789" name="object 6"/>
          <p:cNvSpPr/>
          <p:nvPr userDrawn="1"/>
        </p:nvSpPr>
        <p:spPr bwMode="auto">
          <a:xfrm>
            <a:off x="-42341" y="3410636"/>
            <a:ext cx="2056946" cy="2457836"/>
          </a:xfrm>
          <a:custGeom>
            <a:avLst/>
            <a:gdLst/>
            <a:ahLst/>
            <a:cxnLst/>
            <a:rect l="l" t="t" r="r" b="b"/>
            <a:pathLst>
              <a:path w="2189480" h="2616200" fill="norm" stroke="1" extrusionOk="0">
                <a:moveTo>
                  <a:pt x="0" y="2274576"/>
                </a:moveTo>
                <a:lnTo>
                  <a:pt x="43686" y="2312872"/>
                </a:lnTo>
                <a:lnTo>
                  <a:pt x="78452" y="2340869"/>
                </a:lnTo>
                <a:lnTo>
                  <a:pt x="114158" y="2367678"/>
                </a:lnTo>
                <a:lnTo>
                  <a:pt x="150774" y="2393274"/>
                </a:lnTo>
                <a:lnTo>
                  <a:pt x="188268" y="2417628"/>
                </a:lnTo>
                <a:lnTo>
                  <a:pt x="226609" y="2440713"/>
                </a:lnTo>
                <a:lnTo>
                  <a:pt x="265764" y="2462502"/>
                </a:lnTo>
                <a:lnTo>
                  <a:pt x="305702" y="2482967"/>
                </a:lnTo>
                <a:lnTo>
                  <a:pt x="346392" y="2502082"/>
                </a:lnTo>
                <a:lnTo>
                  <a:pt x="387801" y="2519819"/>
                </a:lnTo>
                <a:lnTo>
                  <a:pt x="429899" y="2536151"/>
                </a:lnTo>
                <a:lnTo>
                  <a:pt x="472653" y="2551050"/>
                </a:lnTo>
                <a:lnTo>
                  <a:pt x="516032" y="2564489"/>
                </a:lnTo>
                <a:lnTo>
                  <a:pt x="560004" y="2576440"/>
                </a:lnTo>
                <a:lnTo>
                  <a:pt x="604537" y="2586878"/>
                </a:lnTo>
                <a:lnTo>
                  <a:pt x="649601" y="2595773"/>
                </a:lnTo>
                <a:lnTo>
                  <a:pt x="695163" y="2603099"/>
                </a:lnTo>
                <a:lnTo>
                  <a:pt x="741191" y="2608829"/>
                </a:lnTo>
                <a:lnTo>
                  <a:pt x="787655" y="2612935"/>
                </a:lnTo>
                <a:lnTo>
                  <a:pt x="834521" y="2615390"/>
                </a:lnTo>
                <a:lnTo>
                  <a:pt x="881760" y="2616167"/>
                </a:lnTo>
                <a:lnTo>
                  <a:pt x="929338" y="2615238"/>
                </a:lnTo>
                <a:lnTo>
                  <a:pt x="977225" y="2612576"/>
                </a:lnTo>
                <a:lnTo>
                  <a:pt x="1024985" y="2608195"/>
                </a:lnTo>
                <a:lnTo>
                  <a:pt x="1072185" y="2602144"/>
                </a:lnTo>
                <a:lnTo>
                  <a:pt x="1118799" y="2594456"/>
                </a:lnTo>
                <a:lnTo>
                  <a:pt x="1164800" y="2585162"/>
                </a:lnTo>
                <a:lnTo>
                  <a:pt x="1210160" y="2574293"/>
                </a:lnTo>
                <a:lnTo>
                  <a:pt x="1254852" y="2561883"/>
                </a:lnTo>
                <a:lnTo>
                  <a:pt x="1298848" y="2547961"/>
                </a:lnTo>
                <a:lnTo>
                  <a:pt x="1342122" y="2532560"/>
                </a:lnTo>
                <a:lnTo>
                  <a:pt x="1384646" y="2515711"/>
                </a:lnTo>
                <a:lnTo>
                  <a:pt x="1426392" y="2497446"/>
                </a:lnTo>
                <a:lnTo>
                  <a:pt x="1467334" y="2477798"/>
                </a:lnTo>
                <a:lnTo>
                  <a:pt x="1507443" y="2456796"/>
                </a:lnTo>
                <a:lnTo>
                  <a:pt x="1546694" y="2434473"/>
                </a:lnTo>
                <a:lnTo>
                  <a:pt x="1585058" y="2410861"/>
                </a:lnTo>
                <a:lnTo>
                  <a:pt x="1622508" y="2385992"/>
                </a:lnTo>
                <a:lnTo>
                  <a:pt x="1659017" y="2359896"/>
                </a:lnTo>
                <a:lnTo>
                  <a:pt x="1694557" y="2332605"/>
                </a:lnTo>
                <a:lnTo>
                  <a:pt x="1729102" y="2304152"/>
                </a:lnTo>
                <a:lnTo>
                  <a:pt x="1762624" y="2274568"/>
                </a:lnTo>
                <a:lnTo>
                  <a:pt x="1795095" y="2243885"/>
                </a:lnTo>
                <a:lnTo>
                  <a:pt x="1826489" y="2212133"/>
                </a:lnTo>
                <a:lnTo>
                  <a:pt x="1856777" y="2179345"/>
                </a:lnTo>
                <a:lnTo>
                  <a:pt x="1885934" y="2145553"/>
                </a:lnTo>
                <a:lnTo>
                  <a:pt x="1913931" y="2110788"/>
                </a:lnTo>
                <a:lnTo>
                  <a:pt x="1940740" y="2075081"/>
                </a:lnTo>
                <a:lnTo>
                  <a:pt x="1966336" y="2038465"/>
                </a:lnTo>
                <a:lnTo>
                  <a:pt x="1990690" y="2000971"/>
                </a:lnTo>
                <a:lnTo>
                  <a:pt x="2013776" y="1962630"/>
                </a:lnTo>
                <a:lnTo>
                  <a:pt x="2035565" y="1923475"/>
                </a:lnTo>
                <a:lnTo>
                  <a:pt x="2056031" y="1883537"/>
                </a:lnTo>
                <a:lnTo>
                  <a:pt x="2075146" y="1842848"/>
                </a:lnTo>
                <a:lnTo>
                  <a:pt x="2092883" y="1801438"/>
                </a:lnTo>
                <a:lnTo>
                  <a:pt x="2109215" y="1759341"/>
                </a:lnTo>
                <a:lnTo>
                  <a:pt x="2124114" y="1716587"/>
                </a:lnTo>
                <a:lnTo>
                  <a:pt x="2137553" y="1673209"/>
                </a:lnTo>
                <a:lnTo>
                  <a:pt x="2149505" y="1629237"/>
                </a:lnTo>
                <a:lnTo>
                  <a:pt x="2159943" y="1584704"/>
                </a:lnTo>
                <a:lnTo>
                  <a:pt x="2168839" y="1539640"/>
                </a:lnTo>
                <a:lnTo>
                  <a:pt x="2176165" y="1494079"/>
                </a:lnTo>
                <a:lnTo>
                  <a:pt x="2181895" y="1448051"/>
                </a:lnTo>
                <a:lnTo>
                  <a:pt x="2186001" y="1401588"/>
                </a:lnTo>
                <a:lnTo>
                  <a:pt x="2188457" y="1354722"/>
                </a:lnTo>
                <a:lnTo>
                  <a:pt x="2189233" y="1307484"/>
                </a:lnTo>
                <a:lnTo>
                  <a:pt x="2188305" y="1259907"/>
                </a:lnTo>
                <a:lnTo>
                  <a:pt x="2185643" y="1212020"/>
                </a:lnTo>
                <a:lnTo>
                  <a:pt x="2181260" y="1164260"/>
                </a:lnTo>
                <a:lnTo>
                  <a:pt x="2175209" y="1117059"/>
                </a:lnTo>
                <a:lnTo>
                  <a:pt x="2167520" y="1070444"/>
                </a:lnTo>
                <a:lnTo>
                  <a:pt x="2158225" y="1024443"/>
                </a:lnTo>
                <a:lnTo>
                  <a:pt x="2147356" y="979082"/>
                </a:lnTo>
                <a:lnTo>
                  <a:pt x="2134945" y="934389"/>
                </a:lnTo>
                <a:lnTo>
                  <a:pt x="2121023" y="890392"/>
                </a:lnTo>
                <a:lnTo>
                  <a:pt x="2105621" y="847118"/>
                </a:lnTo>
                <a:lnTo>
                  <a:pt x="2088772" y="804594"/>
                </a:lnTo>
                <a:lnTo>
                  <a:pt x="2070508" y="762847"/>
                </a:lnTo>
                <a:lnTo>
                  <a:pt x="2050858" y="721905"/>
                </a:lnTo>
                <a:lnTo>
                  <a:pt x="2029857" y="681795"/>
                </a:lnTo>
                <a:lnTo>
                  <a:pt x="2007534" y="642544"/>
                </a:lnTo>
                <a:lnTo>
                  <a:pt x="1983922" y="604179"/>
                </a:lnTo>
                <a:lnTo>
                  <a:pt x="1959052" y="566729"/>
                </a:lnTo>
                <a:lnTo>
                  <a:pt x="1932956" y="530219"/>
                </a:lnTo>
                <a:lnTo>
                  <a:pt x="1905666" y="494679"/>
                </a:lnTo>
                <a:lnTo>
                  <a:pt x="1877212" y="460134"/>
                </a:lnTo>
                <a:lnTo>
                  <a:pt x="1847628" y="426612"/>
                </a:lnTo>
                <a:lnTo>
                  <a:pt x="1816945" y="394140"/>
                </a:lnTo>
                <a:lnTo>
                  <a:pt x="1785193" y="362746"/>
                </a:lnTo>
                <a:lnTo>
                  <a:pt x="1752405" y="332457"/>
                </a:lnTo>
                <a:lnTo>
                  <a:pt x="1718613" y="303301"/>
                </a:lnTo>
                <a:lnTo>
                  <a:pt x="1683848" y="275304"/>
                </a:lnTo>
                <a:lnTo>
                  <a:pt x="1648141" y="248494"/>
                </a:lnTo>
                <a:lnTo>
                  <a:pt x="1611525" y="222898"/>
                </a:lnTo>
                <a:lnTo>
                  <a:pt x="1574031" y="198543"/>
                </a:lnTo>
                <a:lnTo>
                  <a:pt x="1535690" y="175458"/>
                </a:lnTo>
                <a:lnTo>
                  <a:pt x="1496535" y="153669"/>
                </a:lnTo>
                <a:lnTo>
                  <a:pt x="1456597" y="133203"/>
                </a:lnTo>
                <a:lnTo>
                  <a:pt x="1415907" y="114087"/>
                </a:lnTo>
                <a:lnTo>
                  <a:pt x="1374498" y="96350"/>
                </a:lnTo>
                <a:lnTo>
                  <a:pt x="1332400" y="80018"/>
                </a:lnTo>
                <a:lnTo>
                  <a:pt x="1289646" y="65119"/>
                </a:lnTo>
                <a:lnTo>
                  <a:pt x="1246268" y="51680"/>
                </a:lnTo>
                <a:lnTo>
                  <a:pt x="1202295" y="39728"/>
                </a:lnTo>
                <a:lnTo>
                  <a:pt x="1157762" y="29290"/>
                </a:lnTo>
                <a:lnTo>
                  <a:pt x="1112698" y="20394"/>
                </a:lnTo>
                <a:lnTo>
                  <a:pt x="1067137" y="13068"/>
                </a:lnTo>
                <a:lnTo>
                  <a:pt x="1021108" y="7338"/>
                </a:lnTo>
                <a:lnTo>
                  <a:pt x="974645" y="3232"/>
                </a:lnTo>
                <a:lnTo>
                  <a:pt x="927778" y="776"/>
                </a:lnTo>
                <a:lnTo>
                  <a:pt x="880540" y="0"/>
                </a:lnTo>
                <a:lnTo>
                  <a:pt x="832961" y="928"/>
                </a:lnTo>
                <a:lnTo>
                  <a:pt x="785074" y="3590"/>
                </a:lnTo>
                <a:lnTo>
                  <a:pt x="737315" y="7973"/>
                </a:lnTo>
                <a:lnTo>
                  <a:pt x="690114" y="14024"/>
                </a:lnTo>
                <a:lnTo>
                  <a:pt x="643500" y="21713"/>
                </a:lnTo>
                <a:lnTo>
                  <a:pt x="597499" y="31008"/>
                </a:lnTo>
                <a:lnTo>
                  <a:pt x="552139" y="41877"/>
                </a:lnTo>
                <a:lnTo>
                  <a:pt x="507448" y="54288"/>
                </a:lnTo>
                <a:lnTo>
                  <a:pt x="463451" y="68210"/>
                </a:lnTo>
                <a:lnTo>
                  <a:pt x="420177" y="83612"/>
                </a:lnTo>
                <a:lnTo>
                  <a:pt x="377654" y="100461"/>
                </a:lnTo>
                <a:lnTo>
                  <a:pt x="335907" y="118725"/>
                </a:lnTo>
                <a:lnTo>
                  <a:pt x="294966" y="138375"/>
                </a:lnTo>
                <a:lnTo>
                  <a:pt x="254856" y="159376"/>
                </a:lnTo>
                <a:lnTo>
                  <a:pt x="215605" y="181699"/>
                </a:lnTo>
                <a:lnTo>
                  <a:pt x="177241" y="205311"/>
                </a:lnTo>
                <a:lnTo>
                  <a:pt x="139791" y="230181"/>
                </a:lnTo>
                <a:lnTo>
                  <a:pt x="103282" y="256277"/>
                </a:lnTo>
                <a:lnTo>
                  <a:pt x="67742" y="283567"/>
                </a:lnTo>
                <a:lnTo>
                  <a:pt x="33197" y="312020"/>
                </a:lnTo>
                <a:lnTo>
                  <a:pt x="0" y="341319"/>
                </a:lnTo>
              </a:path>
            </a:pathLst>
          </a:custGeom>
          <a:ln w="10134">
            <a:solidFill>
              <a:srgbClr val="BABCBF"/>
            </a:solidFill>
          </a:ln>
        </p:spPr>
        <p:txBody>
          <a:bodyPr wrap="square" lIns="0" tIns="0" rIns="0" bIns="0" rtlCol="0"/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sz="18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pic>
        <p:nvPicPr>
          <p:cNvPr id="627043417" name="object 214"/>
          <p:cNvPicPr/>
          <p:nvPr userDrawn="1"/>
        </p:nvPicPr>
        <p:blipFill rotWithShape="1">
          <a:blip r:embed="rId3"/>
          <a:stretch/>
        </p:blipFill>
        <p:spPr bwMode="auto">
          <a:xfrm>
            <a:off x="1634170" y="1851797"/>
            <a:ext cx="1784387" cy="1784641"/>
          </a:xfrm>
          <a:prstGeom prst="rect">
            <a:avLst/>
          </a:prstGeom>
        </p:spPr>
      </p:pic>
      <p:pic>
        <p:nvPicPr>
          <p:cNvPr id="302915435" name="object 215"/>
          <p:cNvPicPr/>
          <p:nvPr userDrawn="1"/>
        </p:nvPicPr>
        <p:blipFill rotWithShape="1">
          <a:blip r:embed="rId4"/>
          <a:stretch/>
        </p:blipFill>
        <p:spPr bwMode="auto">
          <a:xfrm>
            <a:off x="1121631" y="6083903"/>
            <a:ext cx="677039" cy="677587"/>
          </a:xfrm>
          <a:prstGeom prst="rect">
            <a:avLst/>
          </a:prstGeom>
        </p:spPr>
      </p:pic>
      <p:sp>
        <p:nvSpPr>
          <p:cNvPr id="1866196417" name="TextBox 10"/>
          <p:cNvSpPr txBox="1"/>
          <p:nvPr userDrawn="1"/>
        </p:nvSpPr>
        <p:spPr bwMode="auto">
          <a:xfrm>
            <a:off x="334963" y="2744118"/>
            <a:ext cx="11522075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ctr" defTabSz="914400" rtl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ru-RU" sz="2800" b="1">
                <a:solidFill>
                  <a:schemeClr val="bg1"/>
                </a:solidFill>
                <a:latin typeface="Arial"/>
                <a:ea typeface="+mj-ea"/>
                <a:cs typeface="+mj-cs"/>
              </a:rPr>
              <a:t>Спасибо за внимание</a:t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userDrawn="1">
  <p:cSld name="2_Базовый слайд с подзаголовком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6740735" name="Прямоугольник 2" hidden="1"/>
          <p:cNvSpPr/>
          <p:nvPr/>
        </p:nvSpPr>
        <p:spPr bwMode="auto">
          <a:xfrm>
            <a:off x="0" y="0"/>
            <a:ext cx="158750" cy="158750"/>
          </a:xfrm>
          <a:prstGeom prst="rect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2000" b="0" i="0" u="none" strike="noStrike" cap="none" spc="0">
              <a:ln>
                <a:noFill/>
              </a:ln>
              <a:solidFill>
                <a:srgbClr val="000000"/>
              </a:solidFill>
              <a:latin typeface="Arial"/>
              <a:ea typeface="+mn-ea"/>
              <a:cs typeface="+mn-cs"/>
            </a:endParaRPr>
          </a:p>
        </p:txBody>
      </p:sp>
      <p:sp>
        <p:nvSpPr>
          <p:cNvPr id="2096325335" name="Subtitle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336000" y="908725"/>
            <a:ext cx="11520000" cy="215444"/>
          </a:xfrm>
          <a:prstGeom prst="rect">
            <a:avLst/>
          </a:prstGeom>
        </p:spPr>
        <p:txBody>
          <a:bodyPr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ru-RU" sz="1400">
                <a:solidFill>
                  <a:schemeClr val="accent6"/>
                </a:solidFill>
                <a:latin typeface="Arial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 defTabSz="91440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209918515" name="Заголовок 3"/>
          <p:cNvSpPr>
            <a:spLocks noGrp="1"/>
          </p:cNvSpPr>
          <p:nvPr>
            <p:ph type="title" hasCustomPrompt="1"/>
          </p:nvPr>
        </p:nvSpPr>
        <p:spPr bwMode="auto">
          <a:xfrm>
            <a:off x="336000" y="150527"/>
            <a:ext cx="11520000" cy="369332"/>
          </a:xfrm>
        </p:spPr>
        <p:txBody>
          <a:bodyPr vert="horz"/>
          <a:lstStyle>
            <a:lvl1pPr>
              <a:defRPr b="1"/>
            </a:lvl1pPr>
          </a:lstStyle>
          <a:p>
            <a:pPr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457221035" name="Rectangle 12"/>
          <p:cNvSpPr/>
          <p:nvPr userDrawn="1"/>
        </p:nvSpPr>
        <p:spPr bwMode="auto"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pPr marL="0" marR="0" lvl="0" indent="0" algn="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E423E46-B7A0-4744-B3E1-320992BDBEC7}" type="slidenum">
              <a:rPr lang="ru-RU" sz="1000" b="0" i="0" u="none" strike="noStrike" cap="none" spc="0">
                <a:ln>
                  <a:noFill/>
                </a:ln>
                <a:solidFill>
                  <a:schemeClr val="accent5"/>
                </a:solidFill>
                <a:latin typeface="Arial"/>
                <a:ea typeface="+mn-ea"/>
                <a:cs typeface="+mn-cs"/>
              </a:rPr>
              <a:t>‹#›</a:t>
            </a:fld>
            <a:endParaRPr lang="ru-RU" sz="1000" b="0" i="0" u="none" strike="noStrike" cap="none" spc="0">
              <a:ln>
                <a:noFill/>
              </a:ln>
              <a:solidFill>
                <a:schemeClr val="accent5"/>
              </a:solidFill>
              <a:latin typeface="Arial"/>
              <a:ea typeface="+mn-ea"/>
              <a:cs typeface="+mn-cs"/>
            </a:endParaRPr>
          </a:p>
        </p:txBody>
      </p:sp>
      <p:cxnSp>
        <p:nvCxnSpPr>
          <p:cNvPr id="1553638638" name="Прямая соединительная линия 4"/>
          <p:cNvCxnSpPr/>
          <p:nvPr userDrawn="1"/>
        </p:nvCxnSpPr>
        <p:spPr bwMode="auto">
          <a:xfrm>
            <a:off x="11611219" y="6400800"/>
            <a:ext cx="0" cy="457200"/>
          </a:xfrm>
          <a:prstGeom prst="line">
            <a:avLst/>
          </a:prstGeom>
          <a:ln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theme" Target="../theme/theme1.xml"/><Relationship Id="rId22" Type="http://schemas.openxmlformats.org/officeDocument/2006/relationships/image" Target="../media/image1.emf"/><Relationship Id="rId23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1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aphicFrame>
        <p:nvGraphicFramePr>
          <p:cNvPr id="88945542" name="Объект 6"/>
          <p:cNvGraphicFramePr>
            <a:graphicFrameLocks xmlns:a="http://schemas.openxmlformats.org/drawingml/2006/main" noChangeAspect="1"/>
          </p:cNvGraphicFramePr>
          <p:nvPr/>
        </p:nvGraphicFramePr>
        <p:xfrm>
          <a:off x="1813" y="1441"/>
          <a:ext cx="1809" cy="1440"/>
        </p:xfrm>
        <a:graphic>
          <a:graphicData uri="http://schemas.openxmlformats.org/presentationml/2006/ole">
            <p:oleObj name="oleObj" r:id="rId23" imgW="8890" imgH="8890" progId="TCLayout.ActiveDocument.1">
              <p:embed/>
              <p:pic>
                <p:nvPicPr>
                  <p:cNvPr id="88945542" name="Объект 6"/>
                  <p:cNvPicPr/>
                  <p:nvPr/>
                </p:nvPicPr>
                <p:blipFill rotWithShape="1">
                  <a:blip r:embed="rId22"/>
                  <a:stretch/>
                </p:blipFill>
                <p:spPr bwMode="auto">
                  <a:xfrm>
                    <a:off x="1813" y="1441"/>
                    <a:ext cx="1809" cy="1440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sp>
        <p:nvSpPr>
          <p:cNvPr id="1887210899" name="Title Placeholder 1"/>
          <p:cNvSpPr>
            <a:spLocks noGrp="1"/>
          </p:cNvSpPr>
          <p:nvPr userDrawn="1">
            <p:ph type="title"/>
          </p:nvPr>
        </p:nvSpPr>
        <p:spPr bwMode="auto">
          <a:xfrm>
            <a:off x="336000" y="50800"/>
            <a:ext cx="11520000" cy="738664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defRPr/>
            </a:pPr>
            <a:r>
              <a:rPr lang="ru-RU"/>
              <a:t>Заголовок может быть набран </a:t>
            </a:r>
            <a:br>
              <a:rPr lang="ru-RU"/>
            </a:br>
            <a:r>
              <a:rPr lang="ru-RU"/>
              <a:t>в одну или две строки (24 </a:t>
            </a:r>
            <a:r>
              <a:rPr lang="ru-RU"/>
              <a:t>pt</a:t>
            </a:r>
            <a:r>
              <a:rPr lang="ru-RU"/>
              <a:t>) </a:t>
            </a:r>
            <a:endParaRPr/>
          </a:p>
        </p:txBody>
      </p:sp>
      <p:grpSp>
        <p:nvGrpSpPr>
          <p:cNvPr id="1889258126" name="ИЦ" hidden="1"/>
          <p:cNvGrpSpPr>
            <a:grpSpLocks noChangeAspect="1"/>
          </p:cNvGrpSpPr>
          <p:nvPr userDrawn="1"/>
        </p:nvGrpSpPr>
        <p:grpSpPr bwMode="auto">
          <a:xfrm>
            <a:off x="1254294" y="6387626"/>
            <a:ext cx="802663" cy="321812"/>
            <a:chOff x="664784" y="6387626"/>
            <a:chExt cx="802663" cy="321812"/>
          </a:xfrm>
          <a:solidFill>
            <a:srgbClr val="6C3F98"/>
          </a:solidFill>
        </p:grpSpPr>
        <p:grpSp>
          <p:nvGrpSpPr>
            <p:cNvPr id="69" name="Группа 68"/>
            <p:cNvGrpSpPr/>
            <p:nvPr userDrawn="1"/>
          </p:nvGrpSpPr>
          <p:grpSpPr bwMode="auto">
            <a:xfrm>
              <a:off x="664784" y="6387626"/>
              <a:ext cx="268176" cy="321812"/>
              <a:chOff x="664784" y="6387626"/>
              <a:chExt cx="268176" cy="321812"/>
            </a:xfrm>
            <a:grpFill/>
          </p:grpSpPr>
          <p:sp>
            <p:nvSpPr>
              <p:cNvPr id="46" name="Полилиния: фигура 45"/>
              <p:cNvSpPr/>
              <p:nvPr/>
            </p:nvSpPr>
            <p:spPr bwMode="auto">
              <a:xfrm>
                <a:off x="664784" y="6387626"/>
                <a:ext cx="268176" cy="321812"/>
              </a:xfrm>
              <a:custGeom>
                <a:avLst/>
                <a:gdLst>
                  <a:gd name="connsiteX0" fmla="*/ 119249 w 268176"/>
                  <a:gd name="connsiteY0" fmla="*/ 305542 h 321811"/>
                  <a:gd name="connsiteX1" fmla="*/ 134625 w 268176"/>
                  <a:gd name="connsiteY1" fmla="*/ 320918 h 321811"/>
                  <a:gd name="connsiteX2" fmla="*/ 227950 w 268176"/>
                  <a:gd name="connsiteY2" fmla="*/ 227592 h 321811"/>
                  <a:gd name="connsiteX3" fmla="*/ 266567 w 268176"/>
                  <a:gd name="connsiteY3" fmla="*/ 134625 h 321811"/>
                  <a:gd name="connsiteX4" fmla="*/ 134625 w 268176"/>
                  <a:gd name="connsiteY4" fmla="*/ 2682 h 321811"/>
                  <a:gd name="connsiteX5" fmla="*/ 2682 w 268176"/>
                  <a:gd name="connsiteY5" fmla="*/ 134267 h 321811"/>
                  <a:gd name="connsiteX6" fmla="*/ 41299 w 268176"/>
                  <a:gd name="connsiteY6" fmla="*/ 227235 h 321811"/>
                  <a:gd name="connsiteX7" fmla="*/ 49166 w 268176"/>
                  <a:gd name="connsiteY7" fmla="*/ 230453 h 321811"/>
                  <a:gd name="connsiteX8" fmla="*/ 59893 w 268176"/>
                  <a:gd name="connsiteY8" fmla="*/ 219726 h 321811"/>
                  <a:gd name="connsiteX9" fmla="*/ 56675 w 268176"/>
                  <a:gd name="connsiteY9" fmla="*/ 211859 h 321811"/>
                  <a:gd name="connsiteX10" fmla="*/ 24493 w 268176"/>
                  <a:gd name="connsiteY10" fmla="*/ 133909 h 321811"/>
                  <a:gd name="connsiteX11" fmla="*/ 134982 w 268176"/>
                  <a:gd name="connsiteY11" fmla="*/ 23421 h 321811"/>
                  <a:gd name="connsiteX12" fmla="*/ 245471 w 268176"/>
                  <a:gd name="connsiteY12" fmla="*/ 133909 h 321811"/>
                  <a:gd name="connsiteX13" fmla="*/ 213290 w 268176"/>
                  <a:gd name="connsiteY13" fmla="*/ 211859 h 321811"/>
                  <a:gd name="connsiteX14" fmla="*/ 119249 w 268176"/>
                  <a:gd name="connsiteY14" fmla="*/ 305542 h 3218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68176" h="321811" fill="norm" stroke="1" extrusionOk="0">
                    <a:moveTo>
                      <a:pt x="119249" y="305542"/>
                    </a:moveTo>
                    <a:lnTo>
                      <a:pt x="134625" y="320918"/>
                    </a:lnTo>
                    <a:lnTo>
                      <a:pt x="227950" y="227592"/>
                    </a:lnTo>
                    <a:cubicBezTo>
                      <a:pt x="251907" y="203635"/>
                      <a:pt x="266567" y="170739"/>
                      <a:pt x="266567" y="134625"/>
                    </a:cubicBezTo>
                    <a:cubicBezTo>
                      <a:pt x="266567" y="61681"/>
                      <a:pt x="207569" y="2682"/>
                      <a:pt x="134625" y="2682"/>
                    </a:cubicBezTo>
                    <a:cubicBezTo>
                      <a:pt x="61681" y="2682"/>
                      <a:pt x="2682" y="61323"/>
                      <a:pt x="2682" y="134267"/>
                    </a:cubicBezTo>
                    <a:cubicBezTo>
                      <a:pt x="2682" y="170739"/>
                      <a:pt x="17342" y="203635"/>
                      <a:pt x="41299" y="227235"/>
                    </a:cubicBezTo>
                    <a:cubicBezTo>
                      <a:pt x="43087" y="229023"/>
                      <a:pt x="45948" y="230453"/>
                      <a:pt x="49166" y="230453"/>
                    </a:cubicBezTo>
                    <a:cubicBezTo>
                      <a:pt x="55244" y="230453"/>
                      <a:pt x="59893" y="225447"/>
                      <a:pt x="59893" y="219726"/>
                    </a:cubicBezTo>
                    <a:cubicBezTo>
                      <a:pt x="59893" y="216865"/>
                      <a:pt x="58462" y="214005"/>
                      <a:pt x="56675" y="211859"/>
                    </a:cubicBezTo>
                    <a:cubicBezTo>
                      <a:pt x="36651" y="191836"/>
                      <a:pt x="24493" y="164660"/>
                      <a:pt x="24493" y="133909"/>
                    </a:cubicBezTo>
                    <a:cubicBezTo>
                      <a:pt x="24493" y="73123"/>
                      <a:pt x="74195" y="23421"/>
                      <a:pt x="134982" y="23421"/>
                    </a:cubicBezTo>
                    <a:cubicBezTo>
                      <a:pt x="195769" y="23421"/>
                      <a:pt x="245471" y="73123"/>
                      <a:pt x="245471" y="133909"/>
                    </a:cubicBezTo>
                    <a:cubicBezTo>
                      <a:pt x="245471" y="164303"/>
                      <a:pt x="232956" y="192193"/>
                      <a:pt x="213290" y="211859"/>
                    </a:cubicBezTo>
                    <a:lnTo>
                      <a:pt x="119249" y="305542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7" name="Полилиния: фигура 46"/>
              <p:cNvSpPr/>
              <p:nvPr/>
            </p:nvSpPr>
            <p:spPr bwMode="auto">
              <a:xfrm>
                <a:off x="761328" y="6430893"/>
                <a:ext cx="39333" cy="39333"/>
              </a:xfrm>
              <a:custGeom>
                <a:avLst/>
                <a:gdLst>
                  <a:gd name="connsiteX0" fmla="*/ 20918 w 39332"/>
                  <a:gd name="connsiteY0" fmla="*/ 39154 h 39332"/>
                  <a:gd name="connsiteX1" fmla="*/ 39154 w 39332"/>
                  <a:gd name="connsiteY1" fmla="*/ 20918 h 39332"/>
                  <a:gd name="connsiteX2" fmla="*/ 20918 w 39332"/>
                  <a:gd name="connsiteY2" fmla="*/ 2682 h 39332"/>
                  <a:gd name="connsiteX3" fmla="*/ 2682 w 39332"/>
                  <a:gd name="connsiteY3" fmla="*/ 20918 h 39332"/>
                  <a:gd name="connsiteX4" fmla="*/ 20918 w 39332"/>
                  <a:gd name="connsiteY4" fmla="*/ 39154 h 39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9332" h="39332" fill="norm" stroke="1" extrusionOk="0">
                    <a:moveTo>
                      <a:pt x="20918" y="39154"/>
                    </a:moveTo>
                    <a:cubicBezTo>
                      <a:pt x="31287" y="39154"/>
                      <a:pt x="39154" y="30930"/>
                      <a:pt x="39154" y="20918"/>
                    </a:cubicBezTo>
                    <a:cubicBezTo>
                      <a:pt x="39154" y="10906"/>
                      <a:pt x="30930" y="2682"/>
                      <a:pt x="20918" y="2682"/>
                    </a:cubicBezTo>
                    <a:cubicBezTo>
                      <a:pt x="10548" y="2682"/>
                      <a:pt x="2682" y="10906"/>
                      <a:pt x="2682" y="20918"/>
                    </a:cubicBezTo>
                    <a:cubicBezTo>
                      <a:pt x="2682" y="30930"/>
                      <a:pt x="10548" y="39154"/>
                      <a:pt x="20918" y="39154"/>
                    </a:cubicBezTo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8" name="Полилиния: фигура 47"/>
              <p:cNvSpPr/>
              <p:nvPr/>
            </p:nvSpPr>
            <p:spPr bwMode="auto">
              <a:xfrm>
                <a:off x="744880" y="6475946"/>
                <a:ext cx="71514" cy="135876"/>
              </a:xfrm>
              <a:custGeom>
                <a:avLst/>
                <a:gdLst>
                  <a:gd name="connsiteX0" fmla="*/ 30930 w 71513"/>
                  <a:gd name="connsiteY0" fmla="*/ 44875 h 135876"/>
                  <a:gd name="connsiteX1" fmla="*/ 72050 w 71513"/>
                  <a:gd name="connsiteY1" fmla="*/ 28784 h 135876"/>
                  <a:gd name="connsiteX2" fmla="*/ 72050 w 71513"/>
                  <a:gd name="connsiteY2" fmla="*/ 10191 h 135876"/>
                  <a:gd name="connsiteX3" fmla="*/ 52384 w 71513"/>
                  <a:gd name="connsiteY3" fmla="*/ 2682 h 135876"/>
                  <a:gd name="connsiteX4" fmla="*/ 22348 w 71513"/>
                  <a:gd name="connsiteY4" fmla="*/ 2682 h 135876"/>
                  <a:gd name="connsiteX5" fmla="*/ 2682 w 71513"/>
                  <a:gd name="connsiteY5" fmla="*/ 10191 h 135876"/>
                  <a:gd name="connsiteX6" fmla="*/ 2682 w 71513"/>
                  <a:gd name="connsiteY6" fmla="*/ 67402 h 135876"/>
                  <a:gd name="connsiteX7" fmla="*/ 19488 w 71513"/>
                  <a:gd name="connsiteY7" fmla="*/ 74911 h 135876"/>
                  <a:gd name="connsiteX8" fmla="*/ 25209 w 71513"/>
                  <a:gd name="connsiteY8" fmla="*/ 134267 h 135876"/>
                  <a:gd name="connsiteX9" fmla="*/ 49881 w 71513"/>
                  <a:gd name="connsiteY9" fmla="*/ 134267 h 135876"/>
                  <a:gd name="connsiteX10" fmla="*/ 51669 w 71513"/>
                  <a:gd name="connsiteY10" fmla="*/ 113170 h 135876"/>
                  <a:gd name="connsiteX11" fmla="*/ 30930 w 71513"/>
                  <a:gd name="connsiteY11" fmla="*/ 44875 h 1358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71513" h="135876" fill="norm" stroke="1" extrusionOk="0">
                    <a:moveTo>
                      <a:pt x="30930" y="44875"/>
                    </a:moveTo>
                    <a:lnTo>
                      <a:pt x="72050" y="28784"/>
                    </a:lnTo>
                    <a:lnTo>
                      <a:pt x="72050" y="10191"/>
                    </a:lnTo>
                    <a:lnTo>
                      <a:pt x="52384" y="2682"/>
                    </a:lnTo>
                    <a:lnTo>
                      <a:pt x="22348" y="2682"/>
                    </a:lnTo>
                    <a:lnTo>
                      <a:pt x="2682" y="10191"/>
                    </a:lnTo>
                    <a:lnTo>
                      <a:pt x="2682" y="67402"/>
                    </a:lnTo>
                    <a:lnTo>
                      <a:pt x="19488" y="74911"/>
                    </a:lnTo>
                    <a:lnTo>
                      <a:pt x="25209" y="134267"/>
                    </a:lnTo>
                    <a:lnTo>
                      <a:pt x="49881" y="134267"/>
                    </a:lnTo>
                    <a:lnTo>
                      <a:pt x="51669" y="113170"/>
                    </a:lnTo>
                    <a:cubicBezTo>
                      <a:pt x="26996" y="84565"/>
                      <a:pt x="30930" y="44875"/>
                      <a:pt x="30930" y="44875"/>
                    </a:cubicBezTo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49" name="Полилиния: фигура 48"/>
              <p:cNvSpPr/>
              <p:nvPr/>
            </p:nvSpPr>
            <p:spPr bwMode="auto">
              <a:xfrm>
                <a:off x="768529" y="6496684"/>
                <a:ext cx="96544" cy="114422"/>
              </a:xfrm>
              <a:custGeom>
                <a:avLst/>
                <a:gdLst>
                  <a:gd name="connsiteX0" fmla="*/ 11213 w 96543"/>
                  <a:gd name="connsiteY0" fmla="*/ 26996 h 114421"/>
                  <a:gd name="connsiteX1" fmla="*/ 48400 w 96543"/>
                  <a:gd name="connsiteY1" fmla="*/ 103516 h 114421"/>
                  <a:gd name="connsiteX2" fmla="*/ 85588 w 96543"/>
                  <a:gd name="connsiteY2" fmla="*/ 26996 h 114421"/>
                  <a:gd name="connsiteX3" fmla="*/ 48400 w 96543"/>
                  <a:gd name="connsiteY3" fmla="*/ 12336 h 114421"/>
                  <a:gd name="connsiteX4" fmla="*/ 11213 w 96543"/>
                  <a:gd name="connsiteY4" fmla="*/ 26996 h 114421"/>
                  <a:gd name="connsiteX5" fmla="*/ 48400 w 96543"/>
                  <a:gd name="connsiteY5" fmla="*/ 113170 h 114421"/>
                  <a:gd name="connsiteX6" fmla="*/ 46255 w 96543"/>
                  <a:gd name="connsiteY6" fmla="*/ 112098 h 114421"/>
                  <a:gd name="connsiteX7" fmla="*/ 2989 w 96543"/>
                  <a:gd name="connsiteY7" fmla="*/ 23421 h 114421"/>
                  <a:gd name="connsiteX8" fmla="*/ 3347 w 96543"/>
                  <a:gd name="connsiteY8" fmla="*/ 20560 h 114421"/>
                  <a:gd name="connsiteX9" fmla="*/ 48400 w 96543"/>
                  <a:gd name="connsiteY9" fmla="*/ 2682 h 114421"/>
                  <a:gd name="connsiteX10" fmla="*/ 93454 w 96543"/>
                  <a:gd name="connsiteY10" fmla="*/ 20560 h 114421"/>
                  <a:gd name="connsiteX11" fmla="*/ 93812 w 96543"/>
                  <a:gd name="connsiteY11" fmla="*/ 23421 h 114421"/>
                  <a:gd name="connsiteX12" fmla="*/ 50546 w 96543"/>
                  <a:gd name="connsiteY12" fmla="*/ 112098 h 114421"/>
                  <a:gd name="connsiteX13" fmla="*/ 48400 w 96543"/>
                  <a:gd name="connsiteY13" fmla="*/ 113170 h 1144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96543" h="114421" fill="norm" stroke="1" extrusionOk="0">
                    <a:moveTo>
                      <a:pt x="11213" y="26996"/>
                    </a:moveTo>
                    <a:cubicBezTo>
                      <a:pt x="10856" y="38081"/>
                      <a:pt x="11929" y="82420"/>
                      <a:pt x="48400" y="103516"/>
                    </a:cubicBezTo>
                    <a:cubicBezTo>
                      <a:pt x="84872" y="82420"/>
                      <a:pt x="85945" y="38081"/>
                      <a:pt x="85588" y="26996"/>
                    </a:cubicBezTo>
                    <a:lnTo>
                      <a:pt x="48400" y="12336"/>
                    </a:lnTo>
                    <a:lnTo>
                      <a:pt x="11213" y="26996"/>
                    </a:lnTo>
                    <a:close/>
                    <a:moveTo>
                      <a:pt x="48400" y="113170"/>
                    </a:moveTo>
                    <a:lnTo>
                      <a:pt x="46255" y="112098"/>
                    </a:lnTo>
                    <a:cubicBezTo>
                      <a:pt x="-2374" y="85638"/>
                      <a:pt x="2632" y="25924"/>
                      <a:pt x="2989" y="23421"/>
                    </a:cubicBezTo>
                    <a:lnTo>
                      <a:pt x="3347" y="20560"/>
                    </a:lnTo>
                    <a:lnTo>
                      <a:pt x="48400" y="2682"/>
                    </a:lnTo>
                    <a:lnTo>
                      <a:pt x="93454" y="20560"/>
                    </a:lnTo>
                    <a:lnTo>
                      <a:pt x="93812" y="23421"/>
                    </a:lnTo>
                    <a:cubicBezTo>
                      <a:pt x="94169" y="25924"/>
                      <a:pt x="99175" y="85638"/>
                      <a:pt x="50546" y="112098"/>
                    </a:cubicBezTo>
                    <a:lnTo>
                      <a:pt x="48400" y="11317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70" name="Группа 69"/>
            <p:cNvGrpSpPr/>
            <p:nvPr userDrawn="1"/>
          </p:nvGrpSpPr>
          <p:grpSpPr bwMode="auto">
            <a:xfrm>
              <a:off x="974003" y="6437687"/>
              <a:ext cx="493444" cy="173778"/>
              <a:chOff x="995893" y="6437687"/>
              <a:chExt cx="493444" cy="173778"/>
            </a:xfrm>
            <a:grpFill/>
          </p:grpSpPr>
          <p:sp>
            <p:nvSpPr>
              <p:cNvPr id="50" name="Полилиния: фигура 49"/>
              <p:cNvSpPr/>
              <p:nvPr/>
            </p:nvSpPr>
            <p:spPr bwMode="auto">
              <a:xfrm>
                <a:off x="1002329" y="6439117"/>
                <a:ext cx="50060" cy="64362"/>
              </a:xfrm>
              <a:custGeom>
                <a:avLst/>
                <a:gdLst>
                  <a:gd name="connsiteX0" fmla="*/ 48451 w 50059"/>
                  <a:gd name="connsiteY0" fmla="*/ 44160 h 64362"/>
                  <a:gd name="connsiteX1" fmla="*/ 26996 w 50059"/>
                  <a:gd name="connsiteY1" fmla="*/ 62396 h 64362"/>
                  <a:gd name="connsiteX2" fmla="*/ 2682 w 50059"/>
                  <a:gd name="connsiteY2" fmla="*/ 62396 h 64362"/>
                  <a:gd name="connsiteX3" fmla="*/ 2682 w 50059"/>
                  <a:gd name="connsiteY3" fmla="*/ 2682 h 64362"/>
                  <a:gd name="connsiteX4" fmla="*/ 44517 w 50059"/>
                  <a:gd name="connsiteY4" fmla="*/ 2682 h 64362"/>
                  <a:gd name="connsiteX5" fmla="*/ 40942 w 50059"/>
                  <a:gd name="connsiteY5" fmla="*/ 12694 h 64362"/>
                  <a:gd name="connsiteX6" fmla="*/ 13766 w 50059"/>
                  <a:gd name="connsiteY6" fmla="*/ 12694 h 64362"/>
                  <a:gd name="connsiteX7" fmla="*/ 13766 w 50059"/>
                  <a:gd name="connsiteY7" fmla="*/ 25924 h 64362"/>
                  <a:gd name="connsiteX8" fmla="*/ 26996 w 50059"/>
                  <a:gd name="connsiteY8" fmla="*/ 25924 h 64362"/>
                  <a:gd name="connsiteX9" fmla="*/ 48451 w 50059"/>
                  <a:gd name="connsiteY9" fmla="*/ 44160 h 64362"/>
                  <a:gd name="connsiteX10" fmla="*/ 25924 w 50059"/>
                  <a:gd name="connsiteY10" fmla="*/ 35221 h 64362"/>
                  <a:gd name="connsiteX11" fmla="*/ 13766 w 50059"/>
                  <a:gd name="connsiteY11" fmla="*/ 35221 h 64362"/>
                  <a:gd name="connsiteX12" fmla="*/ 13766 w 50059"/>
                  <a:gd name="connsiteY12" fmla="*/ 53099 h 64362"/>
                  <a:gd name="connsiteX13" fmla="*/ 25924 w 50059"/>
                  <a:gd name="connsiteY13" fmla="*/ 53099 h 64362"/>
                  <a:gd name="connsiteX14" fmla="*/ 36651 w 50059"/>
                  <a:gd name="connsiteY14" fmla="*/ 44160 h 64362"/>
                  <a:gd name="connsiteX15" fmla="*/ 25924 w 50059"/>
                  <a:gd name="connsiteY15" fmla="*/ 35221 h 64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50059" h="64362" fill="norm" stroke="1" extrusionOk="0">
                    <a:moveTo>
                      <a:pt x="48451" y="44160"/>
                    </a:moveTo>
                    <a:cubicBezTo>
                      <a:pt x="48451" y="54887"/>
                      <a:pt x="40226" y="62396"/>
                      <a:pt x="26996" y="62396"/>
                    </a:cubicBezTo>
                    <a:lnTo>
                      <a:pt x="2682" y="62396"/>
                    </a:lnTo>
                    <a:lnTo>
                      <a:pt x="2682" y="2682"/>
                    </a:lnTo>
                    <a:lnTo>
                      <a:pt x="44517" y="2682"/>
                    </a:lnTo>
                    <a:lnTo>
                      <a:pt x="40942" y="12694"/>
                    </a:lnTo>
                    <a:lnTo>
                      <a:pt x="13766" y="12694"/>
                    </a:lnTo>
                    <a:lnTo>
                      <a:pt x="13766" y="25924"/>
                    </a:lnTo>
                    <a:lnTo>
                      <a:pt x="26996" y="25924"/>
                    </a:lnTo>
                    <a:cubicBezTo>
                      <a:pt x="40226" y="25924"/>
                      <a:pt x="48451" y="33433"/>
                      <a:pt x="48451" y="44160"/>
                    </a:cubicBezTo>
                    <a:close/>
                    <a:moveTo>
                      <a:pt x="25924" y="35221"/>
                    </a:moveTo>
                    <a:lnTo>
                      <a:pt x="13766" y="35221"/>
                    </a:lnTo>
                    <a:lnTo>
                      <a:pt x="13766" y="53099"/>
                    </a:lnTo>
                    <a:lnTo>
                      <a:pt x="25924" y="53099"/>
                    </a:lnTo>
                    <a:cubicBezTo>
                      <a:pt x="32360" y="53099"/>
                      <a:pt x="36651" y="50238"/>
                      <a:pt x="36651" y="44160"/>
                    </a:cubicBezTo>
                    <a:cubicBezTo>
                      <a:pt x="36293" y="38439"/>
                      <a:pt x="32002" y="35221"/>
                      <a:pt x="25924" y="3522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1" name="Полилиния: фигура 50"/>
              <p:cNvSpPr/>
              <p:nvPr/>
            </p:nvSpPr>
            <p:spPr bwMode="auto">
              <a:xfrm>
                <a:off x="1053819" y="6455207"/>
                <a:ext cx="46484" cy="46484"/>
              </a:xfrm>
              <a:custGeom>
                <a:avLst/>
                <a:gdLst>
                  <a:gd name="connsiteX0" fmla="*/ 2682 w 46483"/>
                  <a:gd name="connsiteY0" fmla="*/ 25209 h 46483"/>
                  <a:gd name="connsiteX1" fmla="*/ 23778 w 46483"/>
                  <a:gd name="connsiteY1" fmla="*/ 2682 h 46483"/>
                  <a:gd name="connsiteX2" fmla="*/ 44517 w 46483"/>
                  <a:gd name="connsiteY2" fmla="*/ 26281 h 46483"/>
                  <a:gd name="connsiteX3" fmla="*/ 44517 w 46483"/>
                  <a:gd name="connsiteY3" fmla="*/ 28427 h 46483"/>
                  <a:gd name="connsiteX4" fmla="*/ 14482 w 46483"/>
                  <a:gd name="connsiteY4" fmla="*/ 28427 h 46483"/>
                  <a:gd name="connsiteX5" fmla="*/ 25924 w 46483"/>
                  <a:gd name="connsiteY5" fmla="*/ 37723 h 46483"/>
                  <a:gd name="connsiteX6" fmla="*/ 35578 w 46483"/>
                  <a:gd name="connsiteY6" fmla="*/ 33433 h 46483"/>
                  <a:gd name="connsiteX7" fmla="*/ 42372 w 46483"/>
                  <a:gd name="connsiteY7" fmla="*/ 40226 h 46483"/>
                  <a:gd name="connsiteX8" fmla="*/ 24493 w 46483"/>
                  <a:gd name="connsiteY8" fmla="*/ 47020 h 46483"/>
                  <a:gd name="connsiteX9" fmla="*/ 2682 w 46483"/>
                  <a:gd name="connsiteY9" fmla="*/ 25209 h 46483"/>
                  <a:gd name="connsiteX10" fmla="*/ 32718 w 46483"/>
                  <a:gd name="connsiteY10" fmla="*/ 20560 h 46483"/>
                  <a:gd name="connsiteX11" fmla="*/ 23421 w 46483"/>
                  <a:gd name="connsiteY11" fmla="*/ 11263 h 46483"/>
                  <a:gd name="connsiteX12" fmla="*/ 13766 w 46483"/>
                  <a:gd name="connsiteY12" fmla="*/ 20560 h 46483"/>
                  <a:gd name="connsiteX13" fmla="*/ 32718 w 46483"/>
                  <a:gd name="connsiteY13" fmla="*/ 20560 h 46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6483" h="46483" fill="norm" stroke="1" extrusionOk="0">
                    <a:moveTo>
                      <a:pt x="2682" y="25209"/>
                    </a:moveTo>
                    <a:cubicBezTo>
                      <a:pt x="2682" y="11979"/>
                      <a:pt x="11621" y="2682"/>
                      <a:pt x="23778" y="2682"/>
                    </a:cubicBezTo>
                    <a:cubicBezTo>
                      <a:pt x="35221" y="2682"/>
                      <a:pt x="44517" y="10191"/>
                      <a:pt x="44517" y="26281"/>
                    </a:cubicBezTo>
                    <a:lnTo>
                      <a:pt x="44517" y="28427"/>
                    </a:lnTo>
                    <a:lnTo>
                      <a:pt x="14482" y="28427"/>
                    </a:lnTo>
                    <a:cubicBezTo>
                      <a:pt x="15554" y="34863"/>
                      <a:pt x="20560" y="37723"/>
                      <a:pt x="25924" y="37723"/>
                    </a:cubicBezTo>
                    <a:cubicBezTo>
                      <a:pt x="29857" y="37723"/>
                      <a:pt x="33433" y="35936"/>
                      <a:pt x="35578" y="33433"/>
                    </a:cubicBezTo>
                    <a:lnTo>
                      <a:pt x="42372" y="40226"/>
                    </a:lnTo>
                    <a:cubicBezTo>
                      <a:pt x="37724" y="44875"/>
                      <a:pt x="31645" y="47020"/>
                      <a:pt x="24493" y="47020"/>
                    </a:cubicBezTo>
                    <a:cubicBezTo>
                      <a:pt x="13051" y="47378"/>
                      <a:pt x="2682" y="39154"/>
                      <a:pt x="2682" y="25209"/>
                    </a:cubicBezTo>
                    <a:close/>
                    <a:moveTo>
                      <a:pt x="32718" y="20560"/>
                    </a:moveTo>
                    <a:cubicBezTo>
                      <a:pt x="32360" y="15197"/>
                      <a:pt x="28784" y="11263"/>
                      <a:pt x="23421" y="11263"/>
                    </a:cubicBezTo>
                    <a:cubicBezTo>
                      <a:pt x="18057" y="11263"/>
                      <a:pt x="14482" y="15554"/>
                      <a:pt x="13766" y="20560"/>
                    </a:cubicBezTo>
                    <a:lnTo>
                      <a:pt x="32718" y="2056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2" name="Полилиния: фигура 51"/>
              <p:cNvSpPr/>
              <p:nvPr/>
            </p:nvSpPr>
            <p:spPr bwMode="auto">
              <a:xfrm>
                <a:off x="1099588" y="6455207"/>
                <a:ext cx="42908" cy="50060"/>
              </a:xfrm>
              <a:custGeom>
                <a:avLst/>
                <a:gdLst>
                  <a:gd name="connsiteX0" fmla="*/ 2682 w 42908"/>
                  <a:gd name="connsiteY0" fmla="*/ 41657 h 50059"/>
                  <a:gd name="connsiteX1" fmla="*/ 9476 w 42908"/>
                  <a:gd name="connsiteY1" fmla="*/ 34863 h 50059"/>
                  <a:gd name="connsiteX2" fmla="*/ 20918 w 42908"/>
                  <a:gd name="connsiteY2" fmla="*/ 38796 h 50059"/>
                  <a:gd name="connsiteX3" fmla="*/ 28784 w 42908"/>
                  <a:gd name="connsiteY3" fmla="*/ 33790 h 50059"/>
                  <a:gd name="connsiteX4" fmla="*/ 20560 w 42908"/>
                  <a:gd name="connsiteY4" fmla="*/ 29142 h 50059"/>
                  <a:gd name="connsiteX5" fmla="*/ 14839 w 42908"/>
                  <a:gd name="connsiteY5" fmla="*/ 29142 h 50059"/>
                  <a:gd name="connsiteX6" fmla="*/ 14839 w 42908"/>
                  <a:gd name="connsiteY6" fmla="*/ 20560 h 50059"/>
                  <a:gd name="connsiteX7" fmla="*/ 20918 w 42908"/>
                  <a:gd name="connsiteY7" fmla="*/ 20560 h 50059"/>
                  <a:gd name="connsiteX8" fmla="*/ 28069 w 42908"/>
                  <a:gd name="connsiteY8" fmla="*/ 15912 h 50059"/>
                  <a:gd name="connsiteX9" fmla="*/ 21633 w 42908"/>
                  <a:gd name="connsiteY9" fmla="*/ 11621 h 50059"/>
                  <a:gd name="connsiteX10" fmla="*/ 10906 w 42908"/>
                  <a:gd name="connsiteY10" fmla="*/ 14839 h 50059"/>
                  <a:gd name="connsiteX11" fmla="*/ 4470 w 42908"/>
                  <a:gd name="connsiteY11" fmla="*/ 8403 h 50059"/>
                  <a:gd name="connsiteX12" fmla="*/ 22348 w 42908"/>
                  <a:gd name="connsiteY12" fmla="*/ 2682 h 50059"/>
                  <a:gd name="connsiteX13" fmla="*/ 38796 w 42908"/>
                  <a:gd name="connsiteY13" fmla="*/ 14839 h 50059"/>
                  <a:gd name="connsiteX14" fmla="*/ 33075 w 42908"/>
                  <a:gd name="connsiteY14" fmla="*/ 24136 h 50059"/>
                  <a:gd name="connsiteX15" fmla="*/ 33075 w 42908"/>
                  <a:gd name="connsiteY15" fmla="*/ 24136 h 50059"/>
                  <a:gd name="connsiteX16" fmla="*/ 40226 w 42908"/>
                  <a:gd name="connsiteY16" fmla="*/ 33790 h 50059"/>
                  <a:gd name="connsiteX17" fmla="*/ 21633 w 42908"/>
                  <a:gd name="connsiteY17" fmla="*/ 47378 h 50059"/>
                  <a:gd name="connsiteX18" fmla="*/ 2682 w 42908"/>
                  <a:gd name="connsiteY18" fmla="*/ 41657 h 50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908" h="50059" fill="norm" stroke="1" extrusionOk="0">
                    <a:moveTo>
                      <a:pt x="2682" y="41657"/>
                    </a:moveTo>
                    <a:lnTo>
                      <a:pt x="9476" y="34863"/>
                    </a:lnTo>
                    <a:cubicBezTo>
                      <a:pt x="11979" y="37008"/>
                      <a:pt x="16627" y="38796"/>
                      <a:pt x="20918" y="38796"/>
                    </a:cubicBezTo>
                    <a:cubicBezTo>
                      <a:pt x="25566" y="38796"/>
                      <a:pt x="28784" y="37008"/>
                      <a:pt x="28784" y="33790"/>
                    </a:cubicBezTo>
                    <a:cubicBezTo>
                      <a:pt x="28784" y="30930"/>
                      <a:pt x="26639" y="29142"/>
                      <a:pt x="20560" y="29142"/>
                    </a:cubicBezTo>
                    <a:lnTo>
                      <a:pt x="14839" y="29142"/>
                    </a:lnTo>
                    <a:lnTo>
                      <a:pt x="14839" y="20560"/>
                    </a:lnTo>
                    <a:lnTo>
                      <a:pt x="20918" y="20560"/>
                    </a:lnTo>
                    <a:cubicBezTo>
                      <a:pt x="25566" y="20560"/>
                      <a:pt x="28069" y="18415"/>
                      <a:pt x="28069" y="15912"/>
                    </a:cubicBezTo>
                    <a:cubicBezTo>
                      <a:pt x="28069" y="13051"/>
                      <a:pt x="24851" y="11621"/>
                      <a:pt x="21633" y="11621"/>
                    </a:cubicBezTo>
                    <a:cubicBezTo>
                      <a:pt x="18415" y="11621"/>
                      <a:pt x="13766" y="13051"/>
                      <a:pt x="10906" y="14839"/>
                    </a:cubicBezTo>
                    <a:lnTo>
                      <a:pt x="4470" y="8403"/>
                    </a:lnTo>
                    <a:cubicBezTo>
                      <a:pt x="9118" y="4827"/>
                      <a:pt x="16269" y="2682"/>
                      <a:pt x="22348" y="2682"/>
                    </a:cubicBezTo>
                    <a:cubicBezTo>
                      <a:pt x="31645" y="2682"/>
                      <a:pt x="38796" y="7688"/>
                      <a:pt x="38796" y="14839"/>
                    </a:cubicBezTo>
                    <a:cubicBezTo>
                      <a:pt x="38796" y="18772"/>
                      <a:pt x="36651" y="22348"/>
                      <a:pt x="33075" y="24136"/>
                    </a:cubicBezTo>
                    <a:lnTo>
                      <a:pt x="33075" y="24136"/>
                    </a:lnTo>
                    <a:cubicBezTo>
                      <a:pt x="37366" y="25566"/>
                      <a:pt x="40226" y="29499"/>
                      <a:pt x="40226" y="33790"/>
                    </a:cubicBezTo>
                    <a:cubicBezTo>
                      <a:pt x="40226" y="42014"/>
                      <a:pt x="32002" y="47378"/>
                      <a:pt x="21633" y="47378"/>
                    </a:cubicBezTo>
                    <a:cubicBezTo>
                      <a:pt x="12694" y="47378"/>
                      <a:pt x="6973" y="44875"/>
                      <a:pt x="2682" y="41657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3" name="Полилиния: фигура 52"/>
              <p:cNvSpPr/>
              <p:nvPr/>
            </p:nvSpPr>
            <p:spPr bwMode="auto">
              <a:xfrm>
                <a:off x="1143211" y="6454850"/>
                <a:ext cx="46484" cy="50060"/>
              </a:xfrm>
              <a:custGeom>
                <a:avLst/>
                <a:gdLst>
                  <a:gd name="connsiteX0" fmla="*/ 2682 w 46483"/>
                  <a:gd name="connsiteY0" fmla="*/ 25209 h 50059"/>
                  <a:gd name="connsiteX1" fmla="*/ 24493 w 46483"/>
                  <a:gd name="connsiteY1" fmla="*/ 2682 h 50059"/>
                  <a:gd name="connsiteX2" fmla="*/ 46305 w 46483"/>
                  <a:gd name="connsiteY2" fmla="*/ 25209 h 50059"/>
                  <a:gd name="connsiteX3" fmla="*/ 24493 w 46483"/>
                  <a:gd name="connsiteY3" fmla="*/ 47735 h 50059"/>
                  <a:gd name="connsiteX4" fmla="*/ 2682 w 46483"/>
                  <a:gd name="connsiteY4" fmla="*/ 25209 h 50059"/>
                  <a:gd name="connsiteX5" fmla="*/ 35221 w 46483"/>
                  <a:gd name="connsiteY5" fmla="*/ 25209 h 50059"/>
                  <a:gd name="connsiteX6" fmla="*/ 24493 w 46483"/>
                  <a:gd name="connsiteY6" fmla="*/ 12336 h 50059"/>
                  <a:gd name="connsiteX7" fmla="*/ 13766 w 46483"/>
                  <a:gd name="connsiteY7" fmla="*/ 25209 h 50059"/>
                  <a:gd name="connsiteX8" fmla="*/ 24493 w 46483"/>
                  <a:gd name="connsiteY8" fmla="*/ 38081 h 50059"/>
                  <a:gd name="connsiteX9" fmla="*/ 35221 w 46483"/>
                  <a:gd name="connsiteY9" fmla="*/ 25209 h 50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6483" h="50059" fill="norm" stroke="1" extrusionOk="0">
                    <a:moveTo>
                      <a:pt x="2682" y="25209"/>
                    </a:moveTo>
                    <a:cubicBezTo>
                      <a:pt x="2682" y="11979"/>
                      <a:pt x="11979" y="2682"/>
                      <a:pt x="24493" y="2682"/>
                    </a:cubicBezTo>
                    <a:cubicBezTo>
                      <a:pt x="37008" y="2682"/>
                      <a:pt x="46305" y="11979"/>
                      <a:pt x="46305" y="25209"/>
                    </a:cubicBezTo>
                    <a:cubicBezTo>
                      <a:pt x="46305" y="38439"/>
                      <a:pt x="37008" y="47735"/>
                      <a:pt x="24493" y="47735"/>
                    </a:cubicBezTo>
                    <a:cubicBezTo>
                      <a:pt x="11979" y="47735"/>
                      <a:pt x="2682" y="38439"/>
                      <a:pt x="2682" y="25209"/>
                    </a:cubicBezTo>
                    <a:close/>
                    <a:moveTo>
                      <a:pt x="35221" y="25209"/>
                    </a:moveTo>
                    <a:cubicBezTo>
                      <a:pt x="35221" y="17700"/>
                      <a:pt x="30930" y="12336"/>
                      <a:pt x="24493" y="12336"/>
                    </a:cubicBezTo>
                    <a:cubicBezTo>
                      <a:pt x="18057" y="12336"/>
                      <a:pt x="13766" y="17700"/>
                      <a:pt x="13766" y="25209"/>
                    </a:cubicBezTo>
                    <a:cubicBezTo>
                      <a:pt x="13766" y="32718"/>
                      <a:pt x="18057" y="38081"/>
                      <a:pt x="24493" y="38081"/>
                    </a:cubicBezTo>
                    <a:cubicBezTo>
                      <a:pt x="30930" y="38439"/>
                      <a:pt x="35221" y="32718"/>
                      <a:pt x="35221" y="2520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4" name="Полилиния: фигура 53"/>
              <p:cNvSpPr/>
              <p:nvPr/>
            </p:nvSpPr>
            <p:spPr bwMode="auto">
              <a:xfrm>
                <a:off x="1196131" y="6455923"/>
                <a:ext cx="39333" cy="46484"/>
              </a:xfrm>
              <a:custGeom>
                <a:avLst/>
                <a:gdLst>
                  <a:gd name="connsiteX0" fmla="*/ 2682 w 39332"/>
                  <a:gd name="connsiteY0" fmla="*/ 2682 h 46483"/>
                  <a:gd name="connsiteX1" fmla="*/ 39154 w 39332"/>
                  <a:gd name="connsiteY1" fmla="*/ 2682 h 46483"/>
                  <a:gd name="connsiteX2" fmla="*/ 39154 w 39332"/>
                  <a:gd name="connsiteY2" fmla="*/ 45590 h 46483"/>
                  <a:gd name="connsiteX3" fmla="*/ 28427 w 39332"/>
                  <a:gd name="connsiteY3" fmla="*/ 45590 h 46483"/>
                  <a:gd name="connsiteX4" fmla="*/ 28427 w 39332"/>
                  <a:gd name="connsiteY4" fmla="*/ 11979 h 46483"/>
                  <a:gd name="connsiteX5" fmla="*/ 13409 w 39332"/>
                  <a:gd name="connsiteY5" fmla="*/ 11979 h 46483"/>
                  <a:gd name="connsiteX6" fmla="*/ 13409 w 39332"/>
                  <a:gd name="connsiteY6" fmla="*/ 45590 h 46483"/>
                  <a:gd name="connsiteX7" fmla="*/ 2682 w 39332"/>
                  <a:gd name="connsiteY7" fmla="*/ 45590 h 46483"/>
                  <a:gd name="connsiteX8" fmla="*/ 2682 w 39332"/>
                  <a:gd name="connsiteY8" fmla="*/ 2682 h 46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9332" h="46483" fill="norm" stroke="1" extrusionOk="0">
                    <a:moveTo>
                      <a:pt x="2682" y="2682"/>
                    </a:moveTo>
                    <a:lnTo>
                      <a:pt x="39154" y="2682"/>
                    </a:lnTo>
                    <a:lnTo>
                      <a:pt x="39154" y="45590"/>
                    </a:lnTo>
                    <a:lnTo>
                      <a:pt x="28427" y="45590"/>
                    </a:lnTo>
                    <a:lnTo>
                      <a:pt x="28427" y="11979"/>
                    </a:lnTo>
                    <a:lnTo>
                      <a:pt x="13409" y="11979"/>
                    </a:lnTo>
                    <a:lnTo>
                      <a:pt x="13409" y="45590"/>
                    </a:lnTo>
                    <a:lnTo>
                      <a:pt x="2682" y="45590"/>
                    </a:lnTo>
                    <a:lnTo>
                      <a:pt x="2682" y="2682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5" name="Полилиния: фигура 54"/>
              <p:cNvSpPr/>
              <p:nvPr/>
            </p:nvSpPr>
            <p:spPr bwMode="auto">
              <a:xfrm>
                <a:off x="1241543" y="6455207"/>
                <a:ext cx="42908" cy="50060"/>
              </a:xfrm>
              <a:custGeom>
                <a:avLst/>
                <a:gdLst>
                  <a:gd name="connsiteX0" fmla="*/ 2682 w 42908"/>
                  <a:gd name="connsiteY0" fmla="*/ 33433 h 50059"/>
                  <a:gd name="connsiteX1" fmla="*/ 21633 w 42908"/>
                  <a:gd name="connsiteY1" fmla="*/ 19487 h 50059"/>
                  <a:gd name="connsiteX2" fmla="*/ 29499 w 42908"/>
                  <a:gd name="connsiteY2" fmla="*/ 19845 h 50059"/>
                  <a:gd name="connsiteX3" fmla="*/ 29499 w 42908"/>
                  <a:gd name="connsiteY3" fmla="*/ 18772 h 50059"/>
                  <a:gd name="connsiteX4" fmla="*/ 21633 w 42908"/>
                  <a:gd name="connsiteY4" fmla="*/ 11979 h 50059"/>
                  <a:gd name="connsiteX5" fmla="*/ 10906 w 42908"/>
                  <a:gd name="connsiteY5" fmla="*/ 15554 h 50059"/>
                  <a:gd name="connsiteX6" fmla="*/ 4470 w 42908"/>
                  <a:gd name="connsiteY6" fmla="*/ 9118 h 50059"/>
                  <a:gd name="connsiteX7" fmla="*/ 21990 w 42908"/>
                  <a:gd name="connsiteY7" fmla="*/ 2682 h 50059"/>
                  <a:gd name="connsiteX8" fmla="*/ 40226 w 42908"/>
                  <a:gd name="connsiteY8" fmla="*/ 19130 h 50059"/>
                  <a:gd name="connsiteX9" fmla="*/ 40226 w 42908"/>
                  <a:gd name="connsiteY9" fmla="*/ 47020 h 50059"/>
                  <a:gd name="connsiteX10" fmla="*/ 29499 w 42908"/>
                  <a:gd name="connsiteY10" fmla="*/ 47020 h 50059"/>
                  <a:gd name="connsiteX11" fmla="*/ 29499 w 42908"/>
                  <a:gd name="connsiteY11" fmla="*/ 42729 h 50059"/>
                  <a:gd name="connsiteX12" fmla="*/ 29499 w 42908"/>
                  <a:gd name="connsiteY12" fmla="*/ 42729 h 50059"/>
                  <a:gd name="connsiteX13" fmla="*/ 17700 w 42908"/>
                  <a:gd name="connsiteY13" fmla="*/ 47735 h 50059"/>
                  <a:gd name="connsiteX14" fmla="*/ 2682 w 42908"/>
                  <a:gd name="connsiteY14" fmla="*/ 33433 h 50059"/>
                  <a:gd name="connsiteX15" fmla="*/ 29499 w 42908"/>
                  <a:gd name="connsiteY15" fmla="*/ 29499 h 50059"/>
                  <a:gd name="connsiteX16" fmla="*/ 29499 w 42908"/>
                  <a:gd name="connsiteY16" fmla="*/ 27712 h 50059"/>
                  <a:gd name="connsiteX17" fmla="*/ 23063 w 42908"/>
                  <a:gd name="connsiteY17" fmla="*/ 26996 h 50059"/>
                  <a:gd name="connsiteX18" fmla="*/ 13409 w 42908"/>
                  <a:gd name="connsiteY18" fmla="*/ 32718 h 50059"/>
                  <a:gd name="connsiteX19" fmla="*/ 20203 w 42908"/>
                  <a:gd name="connsiteY19" fmla="*/ 38439 h 50059"/>
                  <a:gd name="connsiteX20" fmla="*/ 29499 w 42908"/>
                  <a:gd name="connsiteY20" fmla="*/ 29499 h 50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42908" h="50059" fill="norm" stroke="1" extrusionOk="0">
                    <a:moveTo>
                      <a:pt x="2682" y="33433"/>
                    </a:moveTo>
                    <a:cubicBezTo>
                      <a:pt x="2682" y="26639"/>
                      <a:pt x="8045" y="19487"/>
                      <a:pt x="21633" y="19487"/>
                    </a:cubicBezTo>
                    <a:cubicBezTo>
                      <a:pt x="23778" y="19487"/>
                      <a:pt x="26996" y="19487"/>
                      <a:pt x="29499" y="19845"/>
                    </a:cubicBezTo>
                    <a:lnTo>
                      <a:pt x="29499" y="18772"/>
                    </a:lnTo>
                    <a:cubicBezTo>
                      <a:pt x="29499" y="14124"/>
                      <a:pt x="25924" y="11979"/>
                      <a:pt x="21633" y="11979"/>
                    </a:cubicBezTo>
                    <a:cubicBezTo>
                      <a:pt x="17342" y="11979"/>
                      <a:pt x="13766" y="13409"/>
                      <a:pt x="10906" y="15554"/>
                    </a:cubicBezTo>
                    <a:lnTo>
                      <a:pt x="4470" y="9118"/>
                    </a:lnTo>
                    <a:cubicBezTo>
                      <a:pt x="9118" y="4827"/>
                      <a:pt x="15912" y="2682"/>
                      <a:pt x="21990" y="2682"/>
                    </a:cubicBezTo>
                    <a:cubicBezTo>
                      <a:pt x="33075" y="2682"/>
                      <a:pt x="40226" y="8760"/>
                      <a:pt x="40226" y="19130"/>
                    </a:cubicBezTo>
                    <a:lnTo>
                      <a:pt x="40226" y="47020"/>
                    </a:lnTo>
                    <a:lnTo>
                      <a:pt x="29499" y="47020"/>
                    </a:lnTo>
                    <a:lnTo>
                      <a:pt x="29499" y="42729"/>
                    </a:lnTo>
                    <a:lnTo>
                      <a:pt x="29499" y="42729"/>
                    </a:lnTo>
                    <a:cubicBezTo>
                      <a:pt x="26996" y="45948"/>
                      <a:pt x="23063" y="47735"/>
                      <a:pt x="17700" y="47735"/>
                    </a:cubicBezTo>
                    <a:cubicBezTo>
                      <a:pt x="9118" y="47378"/>
                      <a:pt x="2682" y="41299"/>
                      <a:pt x="2682" y="33433"/>
                    </a:cubicBezTo>
                    <a:close/>
                    <a:moveTo>
                      <a:pt x="29499" y="29499"/>
                    </a:moveTo>
                    <a:lnTo>
                      <a:pt x="29499" y="27712"/>
                    </a:lnTo>
                    <a:cubicBezTo>
                      <a:pt x="27354" y="27354"/>
                      <a:pt x="24851" y="26996"/>
                      <a:pt x="23063" y="26996"/>
                    </a:cubicBezTo>
                    <a:cubicBezTo>
                      <a:pt x="16627" y="26996"/>
                      <a:pt x="13409" y="29142"/>
                      <a:pt x="13409" y="32718"/>
                    </a:cubicBezTo>
                    <a:cubicBezTo>
                      <a:pt x="13409" y="35578"/>
                      <a:pt x="15912" y="38439"/>
                      <a:pt x="20203" y="38439"/>
                    </a:cubicBezTo>
                    <a:cubicBezTo>
                      <a:pt x="24851" y="38796"/>
                      <a:pt x="29499" y="35936"/>
                      <a:pt x="29499" y="2949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6" name="Полилиния: фигура 55"/>
              <p:cNvSpPr/>
              <p:nvPr/>
            </p:nvSpPr>
            <p:spPr bwMode="auto">
              <a:xfrm>
                <a:off x="1287669" y="6454850"/>
                <a:ext cx="39333" cy="50060"/>
              </a:xfrm>
              <a:custGeom>
                <a:avLst/>
                <a:gdLst>
                  <a:gd name="connsiteX0" fmla="*/ 2682 w 39332"/>
                  <a:gd name="connsiteY0" fmla="*/ 25209 h 50059"/>
                  <a:gd name="connsiteX1" fmla="*/ 23778 w 39332"/>
                  <a:gd name="connsiteY1" fmla="*/ 2682 h 50059"/>
                  <a:gd name="connsiteX2" fmla="*/ 39511 w 39332"/>
                  <a:gd name="connsiteY2" fmla="*/ 8760 h 50059"/>
                  <a:gd name="connsiteX3" fmla="*/ 32718 w 39332"/>
                  <a:gd name="connsiteY3" fmla="*/ 15554 h 50059"/>
                  <a:gd name="connsiteX4" fmla="*/ 24136 w 39332"/>
                  <a:gd name="connsiteY4" fmla="*/ 12336 h 50059"/>
                  <a:gd name="connsiteX5" fmla="*/ 13409 w 39332"/>
                  <a:gd name="connsiteY5" fmla="*/ 25209 h 50059"/>
                  <a:gd name="connsiteX6" fmla="*/ 24136 w 39332"/>
                  <a:gd name="connsiteY6" fmla="*/ 38081 h 50059"/>
                  <a:gd name="connsiteX7" fmla="*/ 32718 w 39332"/>
                  <a:gd name="connsiteY7" fmla="*/ 34863 h 50059"/>
                  <a:gd name="connsiteX8" fmla="*/ 39511 w 39332"/>
                  <a:gd name="connsiteY8" fmla="*/ 41657 h 50059"/>
                  <a:gd name="connsiteX9" fmla="*/ 23778 w 39332"/>
                  <a:gd name="connsiteY9" fmla="*/ 47735 h 50059"/>
                  <a:gd name="connsiteX10" fmla="*/ 2682 w 39332"/>
                  <a:gd name="connsiteY10" fmla="*/ 25209 h 50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9332" h="50059" fill="norm" stroke="1" extrusionOk="0">
                    <a:moveTo>
                      <a:pt x="2682" y="25209"/>
                    </a:moveTo>
                    <a:cubicBezTo>
                      <a:pt x="2682" y="11979"/>
                      <a:pt x="11263" y="2682"/>
                      <a:pt x="23778" y="2682"/>
                    </a:cubicBezTo>
                    <a:cubicBezTo>
                      <a:pt x="29857" y="2682"/>
                      <a:pt x="35221" y="4470"/>
                      <a:pt x="39511" y="8760"/>
                    </a:cubicBezTo>
                    <a:lnTo>
                      <a:pt x="32718" y="15554"/>
                    </a:lnTo>
                    <a:cubicBezTo>
                      <a:pt x="30572" y="13409"/>
                      <a:pt x="27712" y="12336"/>
                      <a:pt x="24136" y="12336"/>
                    </a:cubicBezTo>
                    <a:cubicBezTo>
                      <a:pt x="17700" y="12336"/>
                      <a:pt x="13409" y="17700"/>
                      <a:pt x="13409" y="25209"/>
                    </a:cubicBezTo>
                    <a:cubicBezTo>
                      <a:pt x="13409" y="32718"/>
                      <a:pt x="17700" y="38081"/>
                      <a:pt x="24136" y="38081"/>
                    </a:cubicBezTo>
                    <a:cubicBezTo>
                      <a:pt x="27712" y="38081"/>
                      <a:pt x="30572" y="36651"/>
                      <a:pt x="32718" y="34863"/>
                    </a:cubicBezTo>
                    <a:lnTo>
                      <a:pt x="39511" y="41657"/>
                    </a:lnTo>
                    <a:cubicBezTo>
                      <a:pt x="35221" y="45948"/>
                      <a:pt x="29499" y="47735"/>
                      <a:pt x="23778" y="47735"/>
                    </a:cubicBezTo>
                    <a:cubicBezTo>
                      <a:pt x="11621" y="47735"/>
                      <a:pt x="2682" y="38439"/>
                      <a:pt x="2682" y="2520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7" name="Полилиния: фигура 56"/>
              <p:cNvSpPr/>
              <p:nvPr/>
            </p:nvSpPr>
            <p:spPr bwMode="auto">
              <a:xfrm>
                <a:off x="1332723" y="6455923"/>
                <a:ext cx="42908" cy="46484"/>
              </a:xfrm>
              <a:custGeom>
                <a:avLst/>
                <a:gdLst>
                  <a:gd name="connsiteX0" fmla="*/ 2682 w 42908"/>
                  <a:gd name="connsiteY0" fmla="*/ 2682 h 46483"/>
                  <a:gd name="connsiteX1" fmla="*/ 13409 w 42908"/>
                  <a:gd name="connsiteY1" fmla="*/ 2682 h 46483"/>
                  <a:gd name="connsiteX2" fmla="*/ 13409 w 42908"/>
                  <a:gd name="connsiteY2" fmla="*/ 19130 h 46483"/>
                  <a:gd name="connsiteX3" fmla="*/ 29499 w 42908"/>
                  <a:gd name="connsiteY3" fmla="*/ 19130 h 46483"/>
                  <a:gd name="connsiteX4" fmla="*/ 29499 w 42908"/>
                  <a:gd name="connsiteY4" fmla="*/ 2682 h 46483"/>
                  <a:gd name="connsiteX5" fmla="*/ 40226 w 42908"/>
                  <a:gd name="connsiteY5" fmla="*/ 2682 h 46483"/>
                  <a:gd name="connsiteX6" fmla="*/ 40226 w 42908"/>
                  <a:gd name="connsiteY6" fmla="*/ 45590 h 46483"/>
                  <a:gd name="connsiteX7" fmla="*/ 29499 w 42908"/>
                  <a:gd name="connsiteY7" fmla="*/ 45590 h 46483"/>
                  <a:gd name="connsiteX8" fmla="*/ 29499 w 42908"/>
                  <a:gd name="connsiteY8" fmla="*/ 28427 h 46483"/>
                  <a:gd name="connsiteX9" fmla="*/ 13409 w 42908"/>
                  <a:gd name="connsiteY9" fmla="*/ 28427 h 46483"/>
                  <a:gd name="connsiteX10" fmla="*/ 13409 w 42908"/>
                  <a:gd name="connsiteY10" fmla="*/ 45590 h 46483"/>
                  <a:gd name="connsiteX11" fmla="*/ 2682 w 42908"/>
                  <a:gd name="connsiteY11" fmla="*/ 45590 h 46483"/>
                  <a:gd name="connsiteX12" fmla="*/ 2682 w 42908"/>
                  <a:gd name="connsiteY12" fmla="*/ 2682 h 46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2908" h="46483" fill="norm" stroke="1" extrusionOk="0">
                    <a:moveTo>
                      <a:pt x="2682" y="2682"/>
                    </a:moveTo>
                    <a:lnTo>
                      <a:pt x="13409" y="2682"/>
                    </a:lnTo>
                    <a:lnTo>
                      <a:pt x="13409" y="19130"/>
                    </a:lnTo>
                    <a:lnTo>
                      <a:pt x="29499" y="19130"/>
                    </a:lnTo>
                    <a:lnTo>
                      <a:pt x="29499" y="2682"/>
                    </a:lnTo>
                    <a:lnTo>
                      <a:pt x="40226" y="2682"/>
                    </a:lnTo>
                    <a:lnTo>
                      <a:pt x="40226" y="45590"/>
                    </a:lnTo>
                    <a:lnTo>
                      <a:pt x="29499" y="45590"/>
                    </a:lnTo>
                    <a:lnTo>
                      <a:pt x="29499" y="28427"/>
                    </a:lnTo>
                    <a:lnTo>
                      <a:pt x="13409" y="28427"/>
                    </a:lnTo>
                    <a:lnTo>
                      <a:pt x="13409" y="45590"/>
                    </a:lnTo>
                    <a:lnTo>
                      <a:pt x="2682" y="45590"/>
                    </a:lnTo>
                    <a:lnTo>
                      <a:pt x="2682" y="2682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8" name="Полилиния: фигура 57"/>
              <p:cNvSpPr/>
              <p:nvPr/>
            </p:nvSpPr>
            <p:spPr bwMode="auto">
              <a:xfrm>
                <a:off x="1382425" y="6455923"/>
                <a:ext cx="57211" cy="46484"/>
              </a:xfrm>
              <a:custGeom>
                <a:avLst/>
                <a:gdLst>
                  <a:gd name="connsiteX0" fmla="*/ 13409 w 57210"/>
                  <a:gd name="connsiteY0" fmla="*/ 2682 h 46483"/>
                  <a:gd name="connsiteX1" fmla="*/ 13409 w 57210"/>
                  <a:gd name="connsiteY1" fmla="*/ 15554 h 46483"/>
                  <a:gd name="connsiteX2" fmla="*/ 22348 w 57210"/>
                  <a:gd name="connsiteY2" fmla="*/ 15554 h 46483"/>
                  <a:gd name="connsiteX3" fmla="*/ 39154 w 57210"/>
                  <a:gd name="connsiteY3" fmla="*/ 30572 h 46483"/>
                  <a:gd name="connsiteX4" fmla="*/ 22348 w 57210"/>
                  <a:gd name="connsiteY4" fmla="*/ 45590 h 46483"/>
                  <a:gd name="connsiteX5" fmla="*/ 2682 w 57210"/>
                  <a:gd name="connsiteY5" fmla="*/ 45590 h 46483"/>
                  <a:gd name="connsiteX6" fmla="*/ 2682 w 57210"/>
                  <a:gd name="connsiteY6" fmla="*/ 2682 h 46483"/>
                  <a:gd name="connsiteX7" fmla="*/ 13409 w 57210"/>
                  <a:gd name="connsiteY7" fmla="*/ 2682 h 46483"/>
                  <a:gd name="connsiteX8" fmla="*/ 20560 w 57210"/>
                  <a:gd name="connsiteY8" fmla="*/ 37008 h 46483"/>
                  <a:gd name="connsiteX9" fmla="*/ 27354 w 57210"/>
                  <a:gd name="connsiteY9" fmla="*/ 30930 h 46483"/>
                  <a:gd name="connsiteX10" fmla="*/ 20560 w 57210"/>
                  <a:gd name="connsiteY10" fmla="*/ 24851 h 46483"/>
                  <a:gd name="connsiteX11" fmla="*/ 13051 w 57210"/>
                  <a:gd name="connsiteY11" fmla="*/ 24851 h 46483"/>
                  <a:gd name="connsiteX12" fmla="*/ 13051 w 57210"/>
                  <a:gd name="connsiteY12" fmla="*/ 37008 h 46483"/>
                  <a:gd name="connsiteX13" fmla="*/ 20560 w 57210"/>
                  <a:gd name="connsiteY13" fmla="*/ 37008 h 46483"/>
                  <a:gd name="connsiteX14" fmla="*/ 43802 w 57210"/>
                  <a:gd name="connsiteY14" fmla="*/ 2682 h 46483"/>
                  <a:gd name="connsiteX15" fmla="*/ 54529 w 57210"/>
                  <a:gd name="connsiteY15" fmla="*/ 2682 h 46483"/>
                  <a:gd name="connsiteX16" fmla="*/ 54529 w 57210"/>
                  <a:gd name="connsiteY16" fmla="*/ 45590 h 46483"/>
                  <a:gd name="connsiteX17" fmla="*/ 43802 w 57210"/>
                  <a:gd name="connsiteY17" fmla="*/ 45590 h 46483"/>
                  <a:gd name="connsiteX18" fmla="*/ 43802 w 57210"/>
                  <a:gd name="connsiteY18" fmla="*/ 2682 h 46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57210" h="46483" fill="norm" stroke="1" extrusionOk="0">
                    <a:moveTo>
                      <a:pt x="13409" y="2682"/>
                    </a:moveTo>
                    <a:lnTo>
                      <a:pt x="13409" y="15554"/>
                    </a:lnTo>
                    <a:lnTo>
                      <a:pt x="22348" y="15554"/>
                    </a:lnTo>
                    <a:cubicBezTo>
                      <a:pt x="31645" y="15554"/>
                      <a:pt x="39154" y="21633"/>
                      <a:pt x="39154" y="30572"/>
                    </a:cubicBezTo>
                    <a:cubicBezTo>
                      <a:pt x="39154" y="39154"/>
                      <a:pt x="31645" y="45590"/>
                      <a:pt x="22348" y="45590"/>
                    </a:cubicBezTo>
                    <a:lnTo>
                      <a:pt x="2682" y="45590"/>
                    </a:lnTo>
                    <a:lnTo>
                      <a:pt x="2682" y="2682"/>
                    </a:lnTo>
                    <a:lnTo>
                      <a:pt x="13409" y="2682"/>
                    </a:lnTo>
                    <a:close/>
                    <a:moveTo>
                      <a:pt x="20560" y="37008"/>
                    </a:moveTo>
                    <a:cubicBezTo>
                      <a:pt x="24493" y="37008"/>
                      <a:pt x="27354" y="34505"/>
                      <a:pt x="27354" y="30930"/>
                    </a:cubicBezTo>
                    <a:cubicBezTo>
                      <a:pt x="27354" y="27354"/>
                      <a:pt x="24493" y="24851"/>
                      <a:pt x="20560" y="24851"/>
                    </a:cubicBezTo>
                    <a:lnTo>
                      <a:pt x="13051" y="24851"/>
                    </a:lnTo>
                    <a:lnTo>
                      <a:pt x="13051" y="37008"/>
                    </a:lnTo>
                    <a:lnTo>
                      <a:pt x="20560" y="37008"/>
                    </a:lnTo>
                    <a:close/>
                    <a:moveTo>
                      <a:pt x="43802" y="2682"/>
                    </a:moveTo>
                    <a:lnTo>
                      <a:pt x="54529" y="2682"/>
                    </a:lnTo>
                    <a:lnTo>
                      <a:pt x="54529" y="45590"/>
                    </a:lnTo>
                    <a:lnTo>
                      <a:pt x="43802" y="45590"/>
                    </a:lnTo>
                    <a:lnTo>
                      <a:pt x="43802" y="2682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59" name="Полилиния: фигура 58"/>
              <p:cNvSpPr/>
              <p:nvPr/>
            </p:nvSpPr>
            <p:spPr bwMode="auto">
              <a:xfrm>
                <a:off x="1446429" y="6437687"/>
                <a:ext cx="42908" cy="64362"/>
              </a:xfrm>
              <a:custGeom>
                <a:avLst/>
                <a:gdLst>
                  <a:gd name="connsiteX0" fmla="*/ 2682 w 42908"/>
                  <a:gd name="connsiteY0" fmla="*/ 20918 h 64362"/>
                  <a:gd name="connsiteX1" fmla="*/ 13409 w 42908"/>
                  <a:gd name="connsiteY1" fmla="*/ 20918 h 64362"/>
                  <a:gd name="connsiteX2" fmla="*/ 13409 w 42908"/>
                  <a:gd name="connsiteY2" fmla="*/ 47378 h 64362"/>
                  <a:gd name="connsiteX3" fmla="*/ 13409 w 42908"/>
                  <a:gd name="connsiteY3" fmla="*/ 47378 h 64362"/>
                  <a:gd name="connsiteX4" fmla="*/ 31287 w 42908"/>
                  <a:gd name="connsiteY4" fmla="*/ 20918 h 64362"/>
                  <a:gd name="connsiteX5" fmla="*/ 40584 w 42908"/>
                  <a:gd name="connsiteY5" fmla="*/ 20918 h 64362"/>
                  <a:gd name="connsiteX6" fmla="*/ 40584 w 42908"/>
                  <a:gd name="connsiteY6" fmla="*/ 63826 h 64362"/>
                  <a:gd name="connsiteX7" fmla="*/ 29857 w 42908"/>
                  <a:gd name="connsiteY7" fmla="*/ 63826 h 64362"/>
                  <a:gd name="connsiteX8" fmla="*/ 29857 w 42908"/>
                  <a:gd name="connsiteY8" fmla="*/ 37366 h 64362"/>
                  <a:gd name="connsiteX9" fmla="*/ 29857 w 42908"/>
                  <a:gd name="connsiteY9" fmla="*/ 37366 h 64362"/>
                  <a:gd name="connsiteX10" fmla="*/ 11979 w 42908"/>
                  <a:gd name="connsiteY10" fmla="*/ 63826 h 64362"/>
                  <a:gd name="connsiteX11" fmla="*/ 2682 w 42908"/>
                  <a:gd name="connsiteY11" fmla="*/ 63826 h 64362"/>
                  <a:gd name="connsiteX12" fmla="*/ 2682 w 42908"/>
                  <a:gd name="connsiteY12" fmla="*/ 20918 h 64362"/>
                  <a:gd name="connsiteX13" fmla="*/ 7688 w 42908"/>
                  <a:gd name="connsiteY13" fmla="*/ 8403 h 64362"/>
                  <a:gd name="connsiteX14" fmla="*/ 13409 w 42908"/>
                  <a:gd name="connsiteY14" fmla="*/ 2682 h 64362"/>
                  <a:gd name="connsiteX15" fmla="*/ 21633 w 42908"/>
                  <a:gd name="connsiteY15" fmla="*/ 7688 h 64362"/>
                  <a:gd name="connsiteX16" fmla="*/ 30215 w 42908"/>
                  <a:gd name="connsiteY16" fmla="*/ 2682 h 64362"/>
                  <a:gd name="connsiteX17" fmla="*/ 35936 w 42908"/>
                  <a:gd name="connsiteY17" fmla="*/ 8403 h 64362"/>
                  <a:gd name="connsiteX18" fmla="*/ 21991 w 42908"/>
                  <a:gd name="connsiteY18" fmla="*/ 16269 h 64362"/>
                  <a:gd name="connsiteX19" fmla="*/ 7688 w 42908"/>
                  <a:gd name="connsiteY19" fmla="*/ 8403 h 64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42908" h="64362" fill="norm" stroke="1" extrusionOk="0">
                    <a:moveTo>
                      <a:pt x="2682" y="20918"/>
                    </a:moveTo>
                    <a:lnTo>
                      <a:pt x="13409" y="20918"/>
                    </a:lnTo>
                    <a:lnTo>
                      <a:pt x="13409" y="47378"/>
                    </a:lnTo>
                    <a:lnTo>
                      <a:pt x="13409" y="47378"/>
                    </a:lnTo>
                    <a:lnTo>
                      <a:pt x="31287" y="20918"/>
                    </a:lnTo>
                    <a:lnTo>
                      <a:pt x="40584" y="20918"/>
                    </a:lnTo>
                    <a:lnTo>
                      <a:pt x="40584" y="63826"/>
                    </a:lnTo>
                    <a:lnTo>
                      <a:pt x="29857" y="63826"/>
                    </a:lnTo>
                    <a:lnTo>
                      <a:pt x="29857" y="37366"/>
                    </a:lnTo>
                    <a:lnTo>
                      <a:pt x="29857" y="37366"/>
                    </a:lnTo>
                    <a:lnTo>
                      <a:pt x="11979" y="63826"/>
                    </a:lnTo>
                    <a:lnTo>
                      <a:pt x="2682" y="63826"/>
                    </a:lnTo>
                    <a:lnTo>
                      <a:pt x="2682" y="20918"/>
                    </a:lnTo>
                    <a:close/>
                    <a:moveTo>
                      <a:pt x="7688" y="8403"/>
                    </a:moveTo>
                    <a:lnTo>
                      <a:pt x="13409" y="2682"/>
                    </a:lnTo>
                    <a:cubicBezTo>
                      <a:pt x="14839" y="4827"/>
                      <a:pt x="17700" y="7688"/>
                      <a:pt x="21633" y="7688"/>
                    </a:cubicBezTo>
                    <a:cubicBezTo>
                      <a:pt x="26281" y="7688"/>
                      <a:pt x="28784" y="4827"/>
                      <a:pt x="30215" y="2682"/>
                    </a:cubicBezTo>
                    <a:lnTo>
                      <a:pt x="35936" y="8403"/>
                    </a:lnTo>
                    <a:cubicBezTo>
                      <a:pt x="34148" y="11263"/>
                      <a:pt x="29499" y="16269"/>
                      <a:pt x="21991" y="16269"/>
                    </a:cubicBezTo>
                    <a:cubicBezTo>
                      <a:pt x="14124" y="16269"/>
                      <a:pt x="9476" y="11263"/>
                      <a:pt x="7688" y="840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60" name="Полилиния: фигура 59"/>
              <p:cNvSpPr/>
              <p:nvPr/>
            </p:nvSpPr>
            <p:spPr bwMode="auto">
              <a:xfrm>
                <a:off x="995893" y="6548175"/>
                <a:ext cx="42908" cy="46484"/>
              </a:xfrm>
              <a:custGeom>
                <a:avLst/>
                <a:gdLst>
                  <a:gd name="connsiteX0" fmla="*/ 15554 w 42908"/>
                  <a:gd name="connsiteY0" fmla="*/ 11979 h 46483"/>
                  <a:gd name="connsiteX1" fmla="*/ 2682 w 42908"/>
                  <a:gd name="connsiteY1" fmla="*/ 11979 h 46483"/>
                  <a:gd name="connsiteX2" fmla="*/ 2682 w 42908"/>
                  <a:gd name="connsiteY2" fmla="*/ 2682 h 46483"/>
                  <a:gd name="connsiteX3" fmla="*/ 40226 w 42908"/>
                  <a:gd name="connsiteY3" fmla="*/ 2682 h 46483"/>
                  <a:gd name="connsiteX4" fmla="*/ 37008 w 42908"/>
                  <a:gd name="connsiteY4" fmla="*/ 11979 h 46483"/>
                  <a:gd name="connsiteX5" fmla="*/ 26639 w 42908"/>
                  <a:gd name="connsiteY5" fmla="*/ 11979 h 46483"/>
                  <a:gd name="connsiteX6" fmla="*/ 26639 w 42908"/>
                  <a:gd name="connsiteY6" fmla="*/ 45590 h 46483"/>
                  <a:gd name="connsiteX7" fmla="*/ 15912 w 42908"/>
                  <a:gd name="connsiteY7" fmla="*/ 45590 h 46483"/>
                  <a:gd name="connsiteX8" fmla="*/ 15912 w 42908"/>
                  <a:gd name="connsiteY8" fmla="*/ 11979 h 46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2908" h="46483" fill="norm" stroke="1" extrusionOk="0">
                    <a:moveTo>
                      <a:pt x="15554" y="11979"/>
                    </a:moveTo>
                    <a:lnTo>
                      <a:pt x="2682" y="11979"/>
                    </a:lnTo>
                    <a:lnTo>
                      <a:pt x="2682" y="2682"/>
                    </a:lnTo>
                    <a:lnTo>
                      <a:pt x="40226" y="2682"/>
                    </a:lnTo>
                    <a:lnTo>
                      <a:pt x="37008" y="11979"/>
                    </a:lnTo>
                    <a:lnTo>
                      <a:pt x="26639" y="11979"/>
                    </a:lnTo>
                    <a:lnTo>
                      <a:pt x="26639" y="45590"/>
                    </a:lnTo>
                    <a:lnTo>
                      <a:pt x="15912" y="45590"/>
                    </a:lnTo>
                    <a:lnTo>
                      <a:pt x="15912" y="11979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61" name="Полилиния: фигура 60"/>
              <p:cNvSpPr/>
              <p:nvPr/>
            </p:nvSpPr>
            <p:spPr bwMode="auto">
              <a:xfrm>
                <a:off x="1039516" y="6547103"/>
                <a:ext cx="46484" cy="64362"/>
              </a:xfrm>
              <a:custGeom>
                <a:avLst/>
                <a:gdLst>
                  <a:gd name="connsiteX0" fmla="*/ 13409 w 46483"/>
                  <a:gd name="connsiteY0" fmla="*/ 62753 h 64362"/>
                  <a:gd name="connsiteX1" fmla="*/ 2682 w 46483"/>
                  <a:gd name="connsiteY1" fmla="*/ 62753 h 64362"/>
                  <a:gd name="connsiteX2" fmla="*/ 2682 w 46483"/>
                  <a:gd name="connsiteY2" fmla="*/ 3754 h 64362"/>
                  <a:gd name="connsiteX3" fmla="*/ 13409 w 46483"/>
                  <a:gd name="connsiteY3" fmla="*/ 3754 h 64362"/>
                  <a:gd name="connsiteX4" fmla="*/ 13409 w 46483"/>
                  <a:gd name="connsiteY4" fmla="*/ 9118 h 64362"/>
                  <a:gd name="connsiteX5" fmla="*/ 13409 w 46483"/>
                  <a:gd name="connsiteY5" fmla="*/ 9118 h 64362"/>
                  <a:gd name="connsiteX6" fmla="*/ 26281 w 46483"/>
                  <a:gd name="connsiteY6" fmla="*/ 2682 h 64362"/>
                  <a:gd name="connsiteX7" fmla="*/ 45948 w 46483"/>
                  <a:gd name="connsiteY7" fmla="*/ 25209 h 64362"/>
                  <a:gd name="connsiteX8" fmla="*/ 26281 w 46483"/>
                  <a:gd name="connsiteY8" fmla="*/ 47735 h 64362"/>
                  <a:gd name="connsiteX9" fmla="*/ 13409 w 46483"/>
                  <a:gd name="connsiteY9" fmla="*/ 41299 h 64362"/>
                  <a:gd name="connsiteX10" fmla="*/ 13409 w 46483"/>
                  <a:gd name="connsiteY10" fmla="*/ 41299 h 64362"/>
                  <a:gd name="connsiteX11" fmla="*/ 13409 w 46483"/>
                  <a:gd name="connsiteY11" fmla="*/ 62753 h 64362"/>
                  <a:gd name="connsiteX12" fmla="*/ 24136 w 46483"/>
                  <a:gd name="connsiteY12" fmla="*/ 38081 h 64362"/>
                  <a:gd name="connsiteX13" fmla="*/ 35221 w 46483"/>
                  <a:gd name="connsiteY13" fmla="*/ 25209 h 64362"/>
                  <a:gd name="connsiteX14" fmla="*/ 24136 w 46483"/>
                  <a:gd name="connsiteY14" fmla="*/ 12336 h 64362"/>
                  <a:gd name="connsiteX15" fmla="*/ 13051 w 46483"/>
                  <a:gd name="connsiteY15" fmla="*/ 25209 h 64362"/>
                  <a:gd name="connsiteX16" fmla="*/ 24136 w 46483"/>
                  <a:gd name="connsiteY16" fmla="*/ 38081 h 64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46483" h="64362" fill="norm" stroke="1" extrusionOk="0">
                    <a:moveTo>
                      <a:pt x="13409" y="62753"/>
                    </a:moveTo>
                    <a:lnTo>
                      <a:pt x="2682" y="62753"/>
                    </a:lnTo>
                    <a:lnTo>
                      <a:pt x="2682" y="3754"/>
                    </a:lnTo>
                    <a:lnTo>
                      <a:pt x="13409" y="3754"/>
                    </a:lnTo>
                    <a:lnTo>
                      <a:pt x="13409" y="9118"/>
                    </a:lnTo>
                    <a:lnTo>
                      <a:pt x="13409" y="9118"/>
                    </a:lnTo>
                    <a:cubicBezTo>
                      <a:pt x="15554" y="5900"/>
                      <a:pt x="19845" y="2682"/>
                      <a:pt x="26281" y="2682"/>
                    </a:cubicBezTo>
                    <a:cubicBezTo>
                      <a:pt x="37724" y="2682"/>
                      <a:pt x="45948" y="11979"/>
                      <a:pt x="45948" y="25209"/>
                    </a:cubicBezTo>
                    <a:cubicBezTo>
                      <a:pt x="45948" y="38439"/>
                      <a:pt x="37366" y="47735"/>
                      <a:pt x="26281" y="47735"/>
                    </a:cubicBezTo>
                    <a:cubicBezTo>
                      <a:pt x="19845" y="47735"/>
                      <a:pt x="15554" y="44517"/>
                      <a:pt x="13409" y="41299"/>
                    </a:cubicBezTo>
                    <a:lnTo>
                      <a:pt x="13409" y="41299"/>
                    </a:lnTo>
                    <a:lnTo>
                      <a:pt x="13409" y="62753"/>
                    </a:lnTo>
                    <a:close/>
                    <a:moveTo>
                      <a:pt x="24136" y="38081"/>
                    </a:moveTo>
                    <a:cubicBezTo>
                      <a:pt x="30572" y="38081"/>
                      <a:pt x="35221" y="32718"/>
                      <a:pt x="35221" y="25209"/>
                    </a:cubicBezTo>
                    <a:cubicBezTo>
                      <a:pt x="35221" y="18057"/>
                      <a:pt x="30572" y="12336"/>
                      <a:pt x="24136" y="12336"/>
                    </a:cubicBezTo>
                    <a:cubicBezTo>
                      <a:pt x="17700" y="12336"/>
                      <a:pt x="13051" y="17700"/>
                      <a:pt x="13051" y="25209"/>
                    </a:cubicBezTo>
                    <a:cubicBezTo>
                      <a:pt x="12694" y="32718"/>
                      <a:pt x="17342" y="38081"/>
                      <a:pt x="24136" y="3808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62" name="Полилиния: фигура 61"/>
              <p:cNvSpPr/>
              <p:nvPr/>
            </p:nvSpPr>
            <p:spPr bwMode="auto">
              <a:xfrm>
                <a:off x="1089218" y="6547460"/>
                <a:ext cx="42908" cy="50060"/>
              </a:xfrm>
              <a:custGeom>
                <a:avLst/>
                <a:gdLst>
                  <a:gd name="connsiteX0" fmla="*/ 2682 w 42908"/>
                  <a:gd name="connsiteY0" fmla="*/ 33433 h 50059"/>
                  <a:gd name="connsiteX1" fmla="*/ 21633 w 42908"/>
                  <a:gd name="connsiteY1" fmla="*/ 19487 h 50059"/>
                  <a:gd name="connsiteX2" fmla="*/ 29499 w 42908"/>
                  <a:gd name="connsiteY2" fmla="*/ 19845 h 50059"/>
                  <a:gd name="connsiteX3" fmla="*/ 29499 w 42908"/>
                  <a:gd name="connsiteY3" fmla="*/ 18772 h 50059"/>
                  <a:gd name="connsiteX4" fmla="*/ 21633 w 42908"/>
                  <a:gd name="connsiteY4" fmla="*/ 11979 h 50059"/>
                  <a:gd name="connsiteX5" fmla="*/ 10906 w 42908"/>
                  <a:gd name="connsiteY5" fmla="*/ 15554 h 50059"/>
                  <a:gd name="connsiteX6" fmla="*/ 4470 w 42908"/>
                  <a:gd name="connsiteY6" fmla="*/ 9118 h 50059"/>
                  <a:gd name="connsiteX7" fmla="*/ 21991 w 42908"/>
                  <a:gd name="connsiteY7" fmla="*/ 2682 h 50059"/>
                  <a:gd name="connsiteX8" fmla="*/ 40226 w 42908"/>
                  <a:gd name="connsiteY8" fmla="*/ 19130 h 50059"/>
                  <a:gd name="connsiteX9" fmla="*/ 40226 w 42908"/>
                  <a:gd name="connsiteY9" fmla="*/ 47020 h 50059"/>
                  <a:gd name="connsiteX10" fmla="*/ 29499 w 42908"/>
                  <a:gd name="connsiteY10" fmla="*/ 47020 h 50059"/>
                  <a:gd name="connsiteX11" fmla="*/ 29499 w 42908"/>
                  <a:gd name="connsiteY11" fmla="*/ 42729 h 50059"/>
                  <a:gd name="connsiteX12" fmla="*/ 29499 w 42908"/>
                  <a:gd name="connsiteY12" fmla="*/ 42729 h 50059"/>
                  <a:gd name="connsiteX13" fmla="*/ 17700 w 42908"/>
                  <a:gd name="connsiteY13" fmla="*/ 47735 h 50059"/>
                  <a:gd name="connsiteX14" fmla="*/ 2682 w 42908"/>
                  <a:gd name="connsiteY14" fmla="*/ 33433 h 50059"/>
                  <a:gd name="connsiteX15" fmla="*/ 29499 w 42908"/>
                  <a:gd name="connsiteY15" fmla="*/ 29499 h 50059"/>
                  <a:gd name="connsiteX16" fmla="*/ 29499 w 42908"/>
                  <a:gd name="connsiteY16" fmla="*/ 27712 h 50059"/>
                  <a:gd name="connsiteX17" fmla="*/ 23063 w 42908"/>
                  <a:gd name="connsiteY17" fmla="*/ 26996 h 50059"/>
                  <a:gd name="connsiteX18" fmla="*/ 13409 w 42908"/>
                  <a:gd name="connsiteY18" fmla="*/ 32718 h 50059"/>
                  <a:gd name="connsiteX19" fmla="*/ 20203 w 42908"/>
                  <a:gd name="connsiteY19" fmla="*/ 38439 h 50059"/>
                  <a:gd name="connsiteX20" fmla="*/ 29499 w 42908"/>
                  <a:gd name="connsiteY20" fmla="*/ 29499 h 50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42908" h="50059" fill="norm" stroke="1" extrusionOk="0">
                    <a:moveTo>
                      <a:pt x="2682" y="33433"/>
                    </a:moveTo>
                    <a:cubicBezTo>
                      <a:pt x="2682" y="26639"/>
                      <a:pt x="8045" y="19487"/>
                      <a:pt x="21633" y="19487"/>
                    </a:cubicBezTo>
                    <a:cubicBezTo>
                      <a:pt x="23778" y="19487"/>
                      <a:pt x="26996" y="19487"/>
                      <a:pt x="29499" y="19845"/>
                    </a:cubicBezTo>
                    <a:lnTo>
                      <a:pt x="29499" y="18772"/>
                    </a:lnTo>
                    <a:cubicBezTo>
                      <a:pt x="29499" y="14124"/>
                      <a:pt x="25924" y="11979"/>
                      <a:pt x="21633" y="11979"/>
                    </a:cubicBezTo>
                    <a:cubicBezTo>
                      <a:pt x="17342" y="11979"/>
                      <a:pt x="13766" y="13409"/>
                      <a:pt x="10906" y="15554"/>
                    </a:cubicBezTo>
                    <a:lnTo>
                      <a:pt x="4470" y="9118"/>
                    </a:lnTo>
                    <a:cubicBezTo>
                      <a:pt x="9118" y="4827"/>
                      <a:pt x="15912" y="2682"/>
                      <a:pt x="21991" y="2682"/>
                    </a:cubicBezTo>
                    <a:cubicBezTo>
                      <a:pt x="33075" y="2682"/>
                      <a:pt x="40226" y="8760"/>
                      <a:pt x="40226" y="19130"/>
                    </a:cubicBezTo>
                    <a:lnTo>
                      <a:pt x="40226" y="47020"/>
                    </a:lnTo>
                    <a:lnTo>
                      <a:pt x="29499" y="47020"/>
                    </a:lnTo>
                    <a:lnTo>
                      <a:pt x="29499" y="42729"/>
                    </a:lnTo>
                    <a:lnTo>
                      <a:pt x="29499" y="42729"/>
                    </a:lnTo>
                    <a:cubicBezTo>
                      <a:pt x="26996" y="45948"/>
                      <a:pt x="23063" y="47735"/>
                      <a:pt x="17700" y="47735"/>
                    </a:cubicBezTo>
                    <a:cubicBezTo>
                      <a:pt x="9118" y="47378"/>
                      <a:pt x="2682" y="41299"/>
                      <a:pt x="2682" y="33433"/>
                    </a:cubicBezTo>
                    <a:close/>
                    <a:moveTo>
                      <a:pt x="29499" y="29499"/>
                    </a:moveTo>
                    <a:lnTo>
                      <a:pt x="29499" y="27712"/>
                    </a:lnTo>
                    <a:cubicBezTo>
                      <a:pt x="27354" y="27354"/>
                      <a:pt x="24851" y="26996"/>
                      <a:pt x="23063" y="26996"/>
                    </a:cubicBezTo>
                    <a:cubicBezTo>
                      <a:pt x="16627" y="26996"/>
                      <a:pt x="13409" y="29142"/>
                      <a:pt x="13409" y="32718"/>
                    </a:cubicBezTo>
                    <a:cubicBezTo>
                      <a:pt x="13409" y="35578"/>
                      <a:pt x="15912" y="38439"/>
                      <a:pt x="20203" y="38439"/>
                    </a:cubicBezTo>
                    <a:cubicBezTo>
                      <a:pt x="24851" y="38796"/>
                      <a:pt x="29499" y="35936"/>
                      <a:pt x="29499" y="2949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63" name="Полилиния: фигура 62"/>
              <p:cNvSpPr/>
              <p:nvPr/>
            </p:nvSpPr>
            <p:spPr bwMode="auto">
              <a:xfrm>
                <a:off x="1138205" y="6548175"/>
                <a:ext cx="42908" cy="46484"/>
              </a:xfrm>
              <a:custGeom>
                <a:avLst/>
                <a:gdLst>
                  <a:gd name="connsiteX0" fmla="*/ 2682 w 42908"/>
                  <a:gd name="connsiteY0" fmla="*/ 2682 h 46483"/>
                  <a:gd name="connsiteX1" fmla="*/ 13409 w 42908"/>
                  <a:gd name="connsiteY1" fmla="*/ 2682 h 46483"/>
                  <a:gd name="connsiteX2" fmla="*/ 13409 w 42908"/>
                  <a:gd name="connsiteY2" fmla="*/ 19130 h 46483"/>
                  <a:gd name="connsiteX3" fmla="*/ 29499 w 42908"/>
                  <a:gd name="connsiteY3" fmla="*/ 19130 h 46483"/>
                  <a:gd name="connsiteX4" fmla="*/ 29499 w 42908"/>
                  <a:gd name="connsiteY4" fmla="*/ 2682 h 46483"/>
                  <a:gd name="connsiteX5" fmla="*/ 40226 w 42908"/>
                  <a:gd name="connsiteY5" fmla="*/ 2682 h 46483"/>
                  <a:gd name="connsiteX6" fmla="*/ 40226 w 42908"/>
                  <a:gd name="connsiteY6" fmla="*/ 45590 h 46483"/>
                  <a:gd name="connsiteX7" fmla="*/ 29499 w 42908"/>
                  <a:gd name="connsiteY7" fmla="*/ 45590 h 46483"/>
                  <a:gd name="connsiteX8" fmla="*/ 29499 w 42908"/>
                  <a:gd name="connsiteY8" fmla="*/ 28427 h 46483"/>
                  <a:gd name="connsiteX9" fmla="*/ 13409 w 42908"/>
                  <a:gd name="connsiteY9" fmla="*/ 28427 h 46483"/>
                  <a:gd name="connsiteX10" fmla="*/ 13409 w 42908"/>
                  <a:gd name="connsiteY10" fmla="*/ 45590 h 46483"/>
                  <a:gd name="connsiteX11" fmla="*/ 2682 w 42908"/>
                  <a:gd name="connsiteY11" fmla="*/ 45590 h 46483"/>
                  <a:gd name="connsiteX12" fmla="*/ 2682 w 42908"/>
                  <a:gd name="connsiteY12" fmla="*/ 2682 h 46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2908" h="46483" fill="norm" stroke="1" extrusionOk="0">
                    <a:moveTo>
                      <a:pt x="2682" y="2682"/>
                    </a:moveTo>
                    <a:lnTo>
                      <a:pt x="13409" y="2682"/>
                    </a:lnTo>
                    <a:lnTo>
                      <a:pt x="13409" y="19130"/>
                    </a:lnTo>
                    <a:lnTo>
                      <a:pt x="29499" y="19130"/>
                    </a:lnTo>
                    <a:lnTo>
                      <a:pt x="29499" y="2682"/>
                    </a:lnTo>
                    <a:lnTo>
                      <a:pt x="40226" y="2682"/>
                    </a:lnTo>
                    <a:lnTo>
                      <a:pt x="40226" y="45590"/>
                    </a:lnTo>
                    <a:lnTo>
                      <a:pt x="29499" y="45590"/>
                    </a:lnTo>
                    <a:lnTo>
                      <a:pt x="29499" y="28427"/>
                    </a:lnTo>
                    <a:lnTo>
                      <a:pt x="13409" y="28427"/>
                    </a:lnTo>
                    <a:lnTo>
                      <a:pt x="13409" y="45590"/>
                    </a:lnTo>
                    <a:lnTo>
                      <a:pt x="2682" y="45590"/>
                    </a:lnTo>
                    <a:lnTo>
                      <a:pt x="2682" y="2682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64" name="Полилиния: фигура 63"/>
              <p:cNvSpPr/>
              <p:nvPr/>
            </p:nvSpPr>
            <p:spPr bwMode="auto">
              <a:xfrm>
                <a:off x="1185047" y="6547103"/>
                <a:ext cx="39333" cy="50060"/>
              </a:xfrm>
              <a:custGeom>
                <a:avLst/>
                <a:gdLst>
                  <a:gd name="connsiteX0" fmla="*/ 2682 w 39332"/>
                  <a:gd name="connsiteY0" fmla="*/ 25209 h 50059"/>
                  <a:gd name="connsiteX1" fmla="*/ 23778 w 39332"/>
                  <a:gd name="connsiteY1" fmla="*/ 2682 h 50059"/>
                  <a:gd name="connsiteX2" fmla="*/ 39511 w 39332"/>
                  <a:gd name="connsiteY2" fmla="*/ 8760 h 50059"/>
                  <a:gd name="connsiteX3" fmla="*/ 32718 w 39332"/>
                  <a:gd name="connsiteY3" fmla="*/ 15554 h 50059"/>
                  <a:gd name="connsiteX4" fmla="*/ 24136 w 39332"/>
                  <a:gd name="connsiteY4" fmla="*/ 12336 h 50059"/>
                  <a:gd name="connsiteX5" fmla="*/ 13409 w 39332"/>
                  <a:gd name="connsiteY5" fmla="*/ 25209 h 50059"/>
                  <a:gd name="connsiteX6" fmla="*/ 24136 w 39332"/>
                  <a:gd name="connsiteY6" fmla="*/ 38081 h 50059"/>
                  <a:gd name="connsiteX7" fmla="*/ 32718 w 39332"/>
                  <a:gd name="connsiteY7" fmla="*/ 34863 h 50059"/>
                  <a:gd name="connsiteX8" fmla="*/ 39511 w 39332"/>
                  <a:gd name="connsiteY8" fmla="*/ 41657 h 50059"/>
                  <a:gd name="connsiteX9" fmla="*/ 23778 w 39332"/>
                  <a:gd name="connsiteY9" fmla="*/ 47735 h 50059"/>
                  <a:gd name="connsiteX10" fmla="*/ 2682 w 39332"/>
                  <a:gd name="connsiteY10" fmla="*/ 25209 h 50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9332" h="50059" fill="norm" stroke="1" extrusionOk="0">
                    <a:moveTo>
                      <a:pt x="2682" y="25209"/>
                    </a:moveTo>
                    <a:cubicBezTo>
                      <a:pt x="2682" y="11979"/>
                      <a:pt x="11263" y="2682"/>
                      <a:pt x="23778" y="2682"/>
                    </a:cubicBezTo>
                    <a:cubicBezTo>
                      <a:pt x="29857" y="2682"/>
                      <a:pt x="35221" y="4470"/>
                      <a:pt x="39511" y="8760"/>
                    </a:cubicBezTo>
                    <a:lnTo>
                      <a:pt x="32718" y="15554"/>
                    </a:lnTo>
                    <a:cubicBezTo>
                      <a:pt x="30572" y="13409"/>
                      <a:pt x="27712" y="12336"/>
                      <a:pt x="24136" y="12336"/>
                    </a:cubicBezTo>
                    <a:cubicBezTo>
                      <a:pt x="17700" y="12336"/>
                      <a:pt x="13409" y="17700"/>
                      <a:pt x="13409" y="25209"/>
                    </a:cubicBezTo>
                    <a:cubicBezTo>
                      <a:pt x="13409" y="32718"/>
                      <a:pt x="17700" y="38081"/>
                      <a:pt x="24136" y="38081"/>
                    </a:cubicBezTo>
                    <a:cubicBezTo>
                      <a:pt x="27712" y="38081"/>
                      <a:pt x="30572" y="36651"/>
                      <a:pt x="32718" y="34863"/>
                    </a:cubicBezTo>
                    <a:lnTo>
                      <a:pt x="39511" y="41657"/>
                    </a:lnTo>
                    <a:cubicBezTo>
                      <a:pt x="35221" y="45948"/>
                      <a:pt x="29499" y="47735"/>
                      <a:pt x="23778" y="47735"/>
                    </a:cubicBezTo>
                    <a:cubicBezTo>
                      <a:pt x="11621" y="47735"/>
                      <a:pt x="2682" y="38439"/>
                      <a:pt x="2682" y="2520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65" name="Полилиния: фигура 64"/>
              <p:cNvSpPr/>
              <p:nvPr/>
            </p:nvSpPr>
            <p:spPr bwMode="auto">
              <a:xfrm>
                <a:off x="1230100" y="6548175"/>
                <a:ext cx="39333" cy="46484"/>
              </a:xfrm>
              <a:custGeom>
                <a:avLst/>
                <a:gdLst>
                  <a:gd name="connsiteX0" fmla="*/ 2682 w 39332"/>
                  <a:gd name="connsiteY0" fmla="*/ 2682 h 46483"/>
                  <a:gd name="connsiteX1" fmla="*/ 39154 w 39332"/>
                  <a:gd name="connsiteY1" fmla="*/ 2682 h 46483"/>
                  <a:gd name="connsiteX2" fmla="*/ 39154 w 39332"/>
                  <a:gd name="connsiteY2" fmla="*/ 45590 h 46483"/>
                  <a:gd name="connsiteX3" fmla="*/ 28427 w 39332"/>
                  <a:gd name="connsiteY3" fmla="*/ 45590 h 46483"/>
                  <a:gd name="connsiteX4" fmla="*/ 28427 w 39332"/>
                  <a:gd name="connsiteY4" fmla="*/ 11979 h 46483"/>
                  <a:gd name="connsiteX5" fmla="*/ 13409 w 39332"/>
                  <a:gd name="connsiteY5" fmla="*/ 11979 h 46483"/>
                  <a:gd name="connsiteX6" fmla="*/ 13409 w 39332"/>
                  <a:gd name="connsiteY6" fmla="*/ 45590 h 46483"/>
                  <a:gd name="connsiteX7" fmla="*/ 2682 w 39332"/>
                  <a:gd name="connsiteY7" fmla="*/ 45590 h 46483"/>
                  <a:gd name="connsiteX8" fmla="*/ 2682 w 39332"/>
                  <a:gd name="connsiteY8" fmla="*/ 2682 h 46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9332" h="46483" fill="norm" stroke="1" extrusionOk="0">
                    <a:moveTo>
                      <a:pt x="2682" y="2682"/>
                    </a:moveTo>
                    <a:lnTo>
                      <a:pt x="39154" y="2682"/>
                    </a:lnTo>
                    <a:lnTo>
                      <a:pt x="39154" y="45590"/>
                    </a:lnTo>
                    <a:lnTo>
                      <a:pt x="28427" y="45590"/>
                    </a:lnTo>
                    <a:lnTo>
                      <a:pt x="28427" y="11979"/>
                    </a:lnTo>
                    <a:lnTo>
                      <a:pt x="13409" y="11979"/>
                    </a:lnTo>
                    <a:lnTo>
                      <a:pt x="13409" y="45590"/>
                    </a:lnTo>
                    <a:lnTo>
                      <a:pt x="2682" y="45590"/>
                    </a:lnTo>
                    <a:lnTo>
                      <a:pt x="2682" y="2682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66" name="Полилиния: фигура 65"/>
              <p:cNvSpPr/>
              <p:nvPr/>
            </p:nvSpPr>
            <p:spPr bwMode="auto">
              <a:xfrm>
                <a:off x="1275869" y="6547103"/>
                <a:ext cx="46484" cy="50060"/>
              </a:xfrm>
              <a:custGeom>
                <a:avLst/>
                <a:gdLst>
                  <a:gd name="connsiteX0" fmla="*/ 2682 w 46483"/>
                  <a:gd name="connsiteY0" fmla="*/ 25209 h 50059"/>
                  <a:gd name="connsiteX1" fmla="*/ 24493 w 46483"/>
                  <a:gd name="connsiteY1" fmla="*/ 2682 h 50059"/>
                  <a:gd name="connsiteX2" fmla="*/ 46305 w 46483"/>
                  <a:gd name="connsiteY2" fmla="*/ 25209 h 50059"/>
                  <a:gd name="connsiteX3" fmla="*/ 24493 w 46483"/>
                  <a:gd name="connsiteY3" fmla="*/ 47735 h 50059"/>
                  <a:gd name="connsiteX4" fmla="*/ 2682 w 46483"/>
                  <a:gd name="connsiteY4" fmla="*/ 25209 h 50059"/>
                  <a:gd name="connsiteX5" fmla="*/ 34863 w 46483"/>
                  <a:gd name="connsiteY5" fmla="*/ 25209 h 50059"/>
                  <a:gd name="connsiteX6" fmla="*/ 24136 w 46483"/>
                  <a:gd name="connsiteY6" fmla="*/ 12336 h 50059"/>
                  <a:gd name="connsiteX7" fmla="*/ 13409 w 46483"/>
                  <a:gd name="connsiteY7" fmla="*/ 25209 h 50059"/>
                  <a:gd name="connsiteX8" fmla="*/ 24136 w 46483"/>
                  <a:gd name="connsiteY8" fmla="*/ 38081 h 50059"/>
                  <a:gd name="connsiteX9" fmla="*/ 34863 w 46483"/>
                  <a:gd name="connsiteY9" fmla="*/ 25209 h 50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6483" h="50059" fill="norm" stroke="1" extrusionOk="0">
                    <a:moveTo>
                      <a:pt x="2682" y="25209"/>
                    </a:moveTo>
                    <a:cubicBezTo>
                      <a:pt x="2682" y="11979"/>
                      <a:pt x="11979" y="2682"/>
                      <a:pt x="24493" y="2682"/>
                    </a:cubicBezTo>
                    <a:cubicBezTo>
                      <a:pt x="37008" y="2682"/>
                      <a:pt x="46305" y="11979"/>
                      <a:pt x="46305" y="25209"/>
                    </a:cubicBezTo>
                    <a:cubicBezTo>
                      <a:pt x="46305" y="38439"/>
                      <a:pt x="37008" y="47735"/>
                      <a:pt x="24493" y="47735"/>
                    </a:cubicBezTo>
                    <a:cubicBezTo>
                      <a:pt x="11979" y="47735"/>
                      <a:pt x="2682" y="38439"/>
                      <a:pt x="2682" y="25209"/>
                    </a:cubicBezTo>
                    <a:close/>
                    <a:moveTo>
                      <a:pt x="34863" y="25209"/>
                    </a:moveTo>
                    <a:cubicBezTo>
                      <a:pt x="34863" y="17700"/>
                      <a:pt x="30572" y="12336"/>
                      <a:pt x="24136" y="12336"/>
                    </a:cubicBezTo>
                    <a:cubicBezTo>
                      <a:pt x="17700" y="12336"/>
                      <a:pt x="13409" y="17700"/>
                      <a:pt x="13409" y="25209"/>
                    </a:cubicBezTo>
                    <a:cubicBezTo>
                      <a:pt x="13409" y="32718"/>
                      <a:pt x="17700" y="38081"/>
                      <a:pt x="24136" y="38081"/>
                    </a:cubicBezTo>
                    <a:cubicBezTo>
                      <a:pt x="30930" y="38439"/>
                      <a:pt x="34863" y="32718"/>
                      <a:pt x="34863" y="2520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67" name="Полилиния: фигура 66"/>
              <p:cNvSpPr/>
              <p:nvPr/>
            </p:nvSpPr>
            <p:spPr bwMode="auto">
              <a:xfrm>
                <a:off x="1328432" y="6547103"/>
                <a:ext cx="46484" cy="64362"/>
              </a:xfrm>
              <a:custGeom>
                <a:avLst/>
                <a:gdLst>
                  <a:gd name="connsiteX0" fmla="*/ 13409 w 46483"/>
                  <a:gd name="connsiteY0" fmla="*/ 62753 h 64362"/>
                  <a:gd name="connsiteX1" fmla="*/ 2682 w 46483"/>
                  <a:gd name="connsiteY1" fmla="*/ 62753 h 64362"/>
                  <a:gd name="connsiteX2" fmla="*/ 2682 w 46483"/>
                  <a:gd name="connsiteY2" fmla="*/ 3754 h 64362"/>
                  <a:gd name="connsiteX3" fmla="*/ 13409 w 46483"/>
                  <a:gd name="connsiteY3" fmla="*/ 3754 h 64362"/>
                  <a:gd name="connsiteX4" fmla="*/ 13409 w 46483"/>
                  <a:gd name="connsiteY4" fmla="*/ 9118 h 64362"/>
                  <a:gd name="connsiteX5" fmla="*/ 13409 w 46483"/>
                  <a:gd name="connsiteY5" fmla="*/ 9118 h 64362"/>
                  <a:gd name="connsiteX6" fmla="*/ 26281 w 46483"/>
                  <a:gd name="connsiteY6" fmla="*/ 2682 h 64362"/>
                  <a:gd name="connsiteX7" fmla="*/ 45948 w 46483"/>
                  <a:gd name="connsiteY7" fmla="*/ 25209 h 64362"/>
                  <a:gd name="connsiteX8" fmla="*/ 26281 w 46483"/>
                  <a:gd name="connsiteY8" fmla="*/ 47735 h 64362"/>
                  <a:gd name="connsiteX9" fmla="*/ 13409 w 46483"/>
                  <a:gd name="connsiteY9" fmla="*/ 41299 h 64362"/>
                  <a:gd name="connsiteX10" fmla="*/ 13409 w 46483"/>
                  <a:gd name="connsiteY10" fmla="*/ 41299 h 64362"/>
                  <a:gd name="connsiteX11" fmla="*/ 13409 w 46483"/>
                  <a:gd name="connsiteY11" fmla="*/ 62753 h 64362"/>
                  <a:gd name="connsiteX12" fmla="*/ 24136 w 46483"/>
                  <a:gd name="connsiteY12" fmla="*/ 38081 h 64362"/>
                  <a:gd name="connsiteX13" fmla="*/ 35221 w 46483"/>
                  <a:gd name="connsiteY13" fmla="*/ 25209 h 64362"/>
                  <a:gd name="connsiteX14" fmla="*/ 24136 w 46483"/>
                  <a:gd name="connsiteY14" fmla="*/ 12336 h 64362"/>
                  <a:gd name="connsiteX15" fmla="*/ 13051 w 46483"/>
                  <a:gd name="connsiteY15" fmla="*/ 25209 h 64362"/>
                  <a:gd name="connsiteX16" fmla="*/ 24136 w 46483"/>
                  <a:gd name="connsiteY16" fmla="*/ 38081 h 64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46483" h="64362" fill="norm" stroke="1" extrusionOk="0">
                    <a:moveTo>
                      <a:pt x="13409" y="62753"/>
                    </a:moveTo>
                    <a:lnTo>
                      <a:pt x="2682" y="62753"/>
                    </a:lnTo>
                    <a:lnTo>
                      <a:pt x="2682" y="3754"/>
                    </a:lnTo>
                    <a:lnTo>
                      <a:pt x="13409" y="3754"/>
                    </a:lnTo>
                    <a:lnTo>
                      <a:pt x="13409" y="9118"/>
                    </a:lnTo>
                    <a:lnTo>
                      <a:pt x="13409" y="9118"/>
                    </a:lnTo>
                    <a:cubicBezTo>
                      <a:pt x="15554" y="5900"/>
                      <a:pt x="19845" y="2682"/>
                      <a:pt x="26281" y="2682"/>
                    </a:cubicBezTo>
                    <a:cubicBezTo>
                      <a:pt x="37724" y="2682"/>
                      <a:pt x="45948" y="11979"/>
                      <a:pt x="45948" y="25209"/>
                    </a:cubicBezTo>
                    <a:cubicBezTo>
                      <a:pt x="45948" y="38439"/>
                      <a:pt x="37366" y="47735"/>
                      <a:pt x="26281" y="47735"/>
                    </a:cubicBezTo>
                    <a:cubicBezTo>
                      <a:pt x="19845" y="47735"/>
                      <a:pt x="15554" y="44517"/>
                      <a:pt x="13409" y="41299"/>
                    </a:cubicBezTo>
                    <a:lnTo>
                      <a:pt x="13409" y="41299"/>
                    </a:lnTo>
                    <a:lnTo>
                      <a:pt x="13409" y="62753"/>
                    </a:lnTo>
                    <a:close/>
                    <a:moveTo>
                      <a:pt x="24136" y="38081"/>
                    </a:moveTo>
                    <a:cubicBezTo>
                      <a:pt x="30572" y="38081"/>
                      <a:pt x="35221" y="32718"/>
                      <a:pt x="35221" y="25209"/>
                    </a:cubicBezTo>
                    <a:cubicBezTo>
                      <a:pt x="35221" y="18057"/>
                      <a:pt x="30572" y="12336"/>
                      <a:pt x="24136" y="12336"/>
                    </a:cubicBezTo>
                    <a:cubicBezTo>
                      <a:pt x="17700" y="12336"/>
                      <a:pt x="13051" y="17700"/>
                      <a:pt x="13051" y="25209"/>
                    </a:cubicBezTo>
                    <a:cubicBezTo>
                      <a:pt x="13051" y="32718"/>
                      <a:pt x="17700" y="38081"/>
                      <a:pt x="24136" y="3808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68" name="Полилиния: фигура 67"/>
              <p:cNvSpPr/>
              <p:nvPr/>
            </p:nvSpPr>
            <p:spPr bwMode="auto">
              <a:xfrm>
                <a:off x="1375988" y="6548175"/>
                <a:ext cx="42908" cy="46484"/>
              </a:xfrm>
              <a:custGeom>
                <a:avLst/>
                <a:gdLst>
                  <a:gd name="connsiteX0" fmla="*/ 15554 w 42908"/>
                  <a:gd name="connsiteY0" fmla="*/ 11979 h 46483"/>
                  <a:gd name="connsiteX1" fmla="*/ 2682 w 42908"/>
                  <a:gd name="connsiteY1" fmla="*/ 11979 h 46483"/>
                  <a:gd name="connsiteX2" fmla="*/ 2682 w 42908"/>
                  <a:gd name="connsiteY2" fmla="*/ 2682 h 46483"/>
                  <a:gd name="connsiteX3" fmla="*/ 40226 w 42908"/>
                  <a:gd name="connsiteY3" fmla="*/ 2682 h 46483"/>
                  <a:gd name="connsiteX4" fmla="*/ 37008 w 42908"/>
                  <a:gd name="connsiteY4" fmla="*/ 11979 h 46483"/>
                  <a:gd name="connsiteX5" fmla="*/ 26639 w 42908"/>
                  <a:gd name="connsiteY5" fmla="*/ 11979 h 46483"/>
                  <a:gd name="connsiteX6" fmla="*/ 26639 w 42908"/>
                  <a:gd name="connsiteY6" fmla="*/ 45590 h 46483"/>
                  <a:gd name="connsiteX7" fmla="*/ 15912 w 42908"/>
                  <a:gd name="connsiteY7" fmla="*/ 45590 h 46483"/>
                  <a:gd name="connsiteX8" fmla="*/ 15912 w 42908"/>
                  <a:gd name="connsiteY8" fmla="*/ 11979 h 46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2908" h="46483" fill="norm" stroke="1" extrusionOk="0">
                    <a:moveTo>
                      <a:pt x="15554" y="11979"/>
                    </a:moveTo>
                    <a:lnTo>
                      <a:pt x="2682" y="11979"/>
                    </a:lnTo>
                    <a:lnTo>
                      <a:pt x="2682" y="2682"/>
                    </a:lnTo>
                    <a:lnTo>
                      <a:pt x="40226" y="2682"/>
                    </a:lnTo>
                    <a:lnTo>
                      <a:pt x="37008" y="11979"/>
                    </a:lnTo>
                    <a:lnTo>
                      <a:pt x="26639" y="11979"/>
                    </a:lnTo>
                    <a:lnTo>
                      <a:pt x="26639" y="45590"/>
                    </a:lnTo>
                    <a:lnTo>
                      <a:pt x="15912" y="45590"/>
                    </a:lnTo>
                    <a:lnTo>
                      <a:pt x="15912" y="11979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810237715" name="Московский транспорт" hidden="1"/>
          <p:cNvGrpSpPr>
            <a:grpSpLocks noChangeAspect="1"/>
          </p:cNvGrpSpPr>
          <p:nvPr userDrawn="1"/>
        </p:nvGrpSpPr>
        <p:grpSpPr bwMode="auto">
          <a:xfrm>
            <a:off x="1254294" y="6388794"/>
            <a:ext cx="843351" cy="319479"/>
            <a:chOff x="1557710" y="1236950"/>
            <a:chExt cx="1056037" cy="400050"/>
          </a:xfrm>
          <a:solidFill>
            <a:srgbClr val="E4000D"/>
          </a:solidFill>
        </p:grpSpPr>
        <p:sp>
          <p:nvSpPr>
            <p:cNvPr id="73" name="Полилиния: фигура 72"/>
            <p:cNvSpPr/>
            <p:nvPr/>
          </p:nvSpPr>
          <p:spPr bwMode="auto">
            <a:xfrm>
              <a:off x="1557710" y="1236950"/>
              <a:ext cx="323850" cy="400050"/>
            </a:xfrm>
            <a:custGeom>
              <a:avLst/>
              <a:gdLst>
                <a:gd name="connsiteX0" fmla="*/ 249365 w 323850"/>
                <a:gd name="connsiteY0" fmla="*/ 249079 h 400050"/>
                <a:gd name="connsiteX1" fmla="*/ 283750 w 323850"/>
                <a:gd name="connsiteY1" fmla="*/ 166116 h 400050"/>
                <a:gd name="connsiteX2" fmla="*/ 166116 w 323850"/>
                <a:gd name="connsiteY2" fmla="*/ 48482 h 400050"/>
                <a:gd name="connsiteX3" fmla="*/ 48482 w 323850"/>
                <a:gd name="connsiteY3" fmla="*/ 166116 h 400050"/>
                <a:gd name="connsiteX4" fmla="*/ 82868 w 323850"/>
                <a:gd name="connsiteY4" fmla="*/ 249079 h 400050"/>
                <a:gd name="connsiteX5" fmla="*/ 92583 w 323850"/>
                <a:gd name="connsiteY5" fmla="*/ 253175 h 400050"/>
                <a:gd name="connsiteX6" fmla="*/ 106108 w 323850"/>
                <a:gd name="connsiteY6" fmla="*/ 239649 h 400050"/>
                <a:gd name="connsiteX7" fmla="*/ 101918 w 323850"/>
                <a:gd name="connsiteY7" fmla="*/ 229838 h 400050"/>
                <a:gd name="connsiteX8" fmla="*/ 75629 w 323850"/>
                <a:gd name="connsiteY8" fmla="*/ 166021 h 400050"/>
                <a:gd name="connsiteX9" fmla="*/ 166306 w 323850"/>
                <a:gd name="connsiteY9" fmla="*/ 75343 h 400050"/>
                <a:gd name="connsiteX10" fmla="*/ 256985 w 323850"/>
                <a:gd name="connsiteY10" fmla="*/ 166021 h 400050"/>
                <a:gd name="connsiteX11" fmla="*/ 230410 w 323850"/>
                <a:gd name="connsiteY11" fmla="*/ 230029 h 400050"/>
                <a:gd name="connsiteX12" fmla="*/ 112871 w 323850"/>
                <a:gd name="connsiteY12" fmla="*/ 347472 h 400050"/>
                <a:gd name="connsiteX13" fmla="*/ 131921 w 323850"/>
                <a:gd name="connsiteY13" fmla="*/ 366522 h 400050"/>
                <a:gd name="connsiteX14" fmla="*/ 249365 w 323850"/>
                <a:gd name="connsiteY14" fmla="*/ 249079 h 400050"/>
                <a:gd name="connsiteX15" fmla="*/ 71723 w 323850"/>
                <a:gd name="connsiteY15" fmla="*/ 273939 h 400050"/>
                <a:gd name="connsiteX16" fmla="*/ 67628 w 323850"/>
                <a:gd name="connsiteY16" fmla="*/ 264128 h 400050"/>
                <a:gd name="connsiteX17" fmla="*/ 27051 w 323850"/>
                <a:gd name="connsiteY17" fmla="*/ 166116 h 400050"/>
                <a:gd name="connsiteX18" fmla="*/ 166116 w 323850"/>
                <a:gd name="connsiteY18" fmla="*/ 27051 h 400050"/>
                <a:gd name="connsiteX19" fmla="*/ 305181 w 323850"/>
                <a:gd name="connsiteY19" fmla="*/ 166116 h 400050"/>
                <a:gd name="connsiteX20" fmla="*/ 264414 w 323850"/>
                <a:gd name="connsiteY20" fmla="*/ 264414 h 400050"/>
                <a:gd name="connsiteX21" fmla="*/ 146971 w 323850"/>
                <a:gd name="connsiteY21" fmla="*/ 381857 h 400050"/>
                <a:gd name="connsiteX22" fmla="*/ 166116 w 323850"/>
                <a:gd name="connsiteY22" fmla="*/ 401003 h 400050"/>
                <a:gd name="connsiteX23" fmla="*/ 283655 w 323850"/>
                <a:gd name="connsiteY23" fmla="*/ 283464 h 400050"/>
                <a:gd name="connsiteX24" fmla="*/ 332232 w 323850"/>
                <a:gd name="connsiteY24" fmla="*/ 166116 h 400050"/>
                <a:gd name="connsiteX25" fmla="*/ 166116 w 323850"/>
                <a:gd name="connsiteY25" fmla="*/ 0 h 400050"/>
                <a:gd name="connsiteX26" fmla="*/ 0 w 323850"/>
                <a:gd name="connsiteY26" fmla="*/ 166116 h 400050"/>
                <a:gd name="connsiteX27" fmla="*/ 48482 w 323850"/>
                <a:gd name="connsiteY27" fmla="*/ 283369 h 400050"/>
                <a:gd name="connsiteX28" fmla="*/ 58198 w 323850"/>
                <a:gd name="connsiteY28" fmla="*/ 287369 h 400050"/>
                <a:gd name="connsiteX29" fmla="*/ 71723 w 323850"/>
                <a:gd name="connsiteY29" fmla="*/ 273939 h 400050"/>
                <a:gd name="connsiteX30" fmla="*/ 235268 w 323850"/>
                <a:gd name="connsiteY30" fmla="*/ 166116 h 400050"/>
                <a:gd name="connsiteX31" fmla="*/ 166116 w 323850"/>
                <a:gd name="connsiteY31" fmla="*/ 96965 h 400050"/>
                <a:gd name="connsiteX32" fmla="*/ 96965 w 323850"/>
                <a:gd name="connsiteY32" fmla="*/ 166116 h 400050"/>
                <a:gd name="connsiteX33" fmla="*/ 166116 w 323850"/>
                <a:gd name="connsiteY33" fmla="*/ 235363 h 400050"/>
                <a:gd name="connsiteX34" fmla="*/ 235268 w 323850"/>
                <a:gd name="connsiteY34" fmla="*/ 166116 h 400050"/>
                <a:gd name="connsiteX35" fmla="*/ 123920 w 323850"/>
                <a:gd name="connsiteY35" fmla="*/ 166116 h 400050"/>
                <a:gd name="connsiteX36" fmla="*/ 166116 w 323850"/>
                <a:gd name="connsiteY36" fmla="*/ 123920 h 400050"/>
                <a:gd name="connsiteX37" fmla="*/ 208312 w 323850"/>
                <a:gd name="connsiteY37" fmla="*/ 166116 h 400050"/>
                <a:gd name="connsiteX38" fmla="*/ 166116 w 323850"/>
                <a:gd name="connsiteY38" fmla="*/ 208312 h 400050"/>
                <a:gd name="connsiteX39" fmla="*/ 123920 w 323850"/>
                <a:gd name="connsiteY39" fmla="*/ 166116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23850" h="400050" fill="norm" stroke="1" extrusionOk="0">
                  <a:moveTo>
                    <a:pt x="249365" y="249079"/>
                  </a:moveTo>
                  <a:cubicBezTo>
                    <a:pt x="270605" y="227743"/>
                    <a:pt x="283750" y="198406"/>
                    <a:pt x="283750" y="166116"/>
                  </a:cubicBezTo>
                  <a:cubicBezTo>
                    <a:pt x="283750" y="101251"/>
                    <a:pt x="230981" y="48482"/>
                    <a:pt x="166116" y="48482"/>
                  </a:cubicBezTo>
                  <a:cubicBezTo>
                    <a:pt x="101251" y="48482"/>
                    <a:pt x="48482" y="101251"/>
                    <a:pt x="48482" y="166116"/>
                  </a:cubicBezTo>
                  <a:cubicBezTo>
                    <a:pt x="48482" y="198501"/>
                    <a:pt x="61817" y="228124"/>
                    <a:pt x="82868" y="249079"/>
                  </a:cubicBezTo>
                  <a:cubicBezTo>
                    <a:pt x="85344" y="251555"/>
                    <a:pt x="88773" y="253175"/>
                    <a:pt x="92583" y="253175"/>
                  </a:cubicBezTo>
                  <a:cubicBezTo>
                    <a:pt x="100013" y="253175"/>
                    <a:pt x="106108" y="247079"/>
                    <a:pt x="106108" y="239649"/>
                  </a:cubicBezTo>
                  <a:cubicBezTo>
                    <a:pt x="106108" y="235744"/>
                    <a:pt x="104489" y="232315"/>
                    <a:pt x="101918" y="229838"/>
                  </a:cubicBezTo>
                  <a:cubicBezTo>
                    <a:pt x="85630" y="213455"/>
                    <a:pt x="75629" y="190881"/>
                    <a:pt x="75629" y="166021"/>
                  </a:cubicBezTo>
                  <a:cubicBezTo>
                    <a:pt x="75629" y="116015"/>
                    <a:pt x="116300" y="75343"/>
                    <a:pt x="166306" y="75343"/>
                  </a:cubicBezTo>
                  <a:cubicBezTo>
                    <a:pt x="216313" y="75343"/>
                    <a:pt x="256985" y="116015"/>
                    <a:pt x="256985" y="166021"/>
                  </a:cubicBezTo>
                  <a:cubicBezTo>
                    <a:pt x="256985" y="190976"/>
                    <a:pt x="246793" y="213646"/>
                    <a:pt x="230410" y="230029"/>
                  </a:cubicBezTo>
                  <a:lnTo>
                    <a:pt x="112871" y="347472"/>
                  </a:lnTo>
                  <a:lnTo>
                    <a:pt x="131921" y="366522"/>
                  </a:lnTo>
                  <a:lnTo>
                    <a:pt x="249365" y="249079"/>
                  </a:lnTo>
                  <a:close/>
                  <a:moveTo>
                    <a:pt x="71723" y="273939"/>
                  </a:moveTo>
                  <a:cubicBezTo>
                    <a:pt x="71723" y="270129"/>
                    <a:pt x="70104" y="266700"/>
                    <a:pt x="67628" y="264128"/>
                  </a:cubicBezTo>
                  <a:cubicBezTo>
                    <a:pt x="42672" y="239173"/>
                    <a:pt x="27051" y="204311"/>
                    <a:pt x="27051" y="166116"/>
                  </a:cubicBezTo>
                  <a:cubicBezTo>
                    <a:pt x="27051" y="89440"/>
                    <a:pt x="89440" y="27051"/>
                    <a:pt x="166116" y="27051"/>
                  </a:cubicBezTo>
                  <a:cubicBezTo>
                    <a:pt x="242792" y="27051"/>
                    <a:pt x="305181" y="89440"/>
                    <a:pt x="305181" y="166116"/>
                  </a:cubicBezTo>
                  <a:cubicBezTo>
                    <a:pt x="305181" y="204502"/>
                    <a:pt x="289560" y="239268"/>
                    <a:pt x="264414" y="264414"/>
                  </a:cubicBezTo>
                  <a:lnTo>
                    <a:pt x="146971" y="381857"/>
                  </a:lnTo>
                  <a:lnTo>
                    <a:pt x="166116" y="401003"/>
                  </a:lnTo>
                  <a:lnTo>
                    <a:pt x="283655" y="283464"/>
                  </a:lnTo>
                  <a:cubicBezTo>
                    <a:pt x="313658" y="253365"/>
                    <a:pt x="332232" y="211931"/>
                    <a:pt x="332232" y="166116"/>
                  </a:cubicBezTo>
                  <a:cubicBezTo>
                    <a:pt x="332137" y="74390"/>
                    <a:pt x="257842" y="0"/>
                    <a:pt x="166116" y="0"/>
                  </a:cubicBezTo>
                  <a:cubicBezTo>
                    <a:pt x="74390" y="0"/>
                    <a:pt x="0" y="74390"/>
                    <a:pt x="0" y="166116"/>
                  </a:cubicBezTo>
                  <a:cubicBezTo>
                    <a:pt x="0" y="211931"/>
                    <a:pt x="18574" y="253460"/>
                    <a:pt x="48482" y="283369"/>
                  </a:cubicBezTo>
                  <a:cubicBezTo>
                    <a:pt x="51054" y="285941"/>
                    <a:pt x="54388" y="287369"/>
                    <a:pt x="58198" y="287369"/>
                  </a:cubicBezTo>
                  <a:cubicBezTo>
                    <a:pt x="65627" y="287369"/>
                    <a:pt x="71723" y="281369"/>
                    <a:pt x="71723" y="273939"/>
                  </a:cubicBezTo>
                  <a:close/>
                  <a:moveTo>
                    <a:pt x="235268" y="166116"/>
                  </a:moveTo>
                  <a:cubicBezTo>
                    <a:pt x="235268" y="127921"/>
                    <a:pt x="204216" y="96965"/>
                    <a:pt x="166116" y="96965"/>
                  </a:cubicBezTo>
                  <a:cubicBezTo>
                    <a:pt x="127921" y="96965"/>
                    <a:pt x="96965" y="128016"/>
                    <a:pt x="96965" y="166116"/>
                  </a:cubicBezTo>
                  <a:cubicBezTo>
                    <a:pt x="96965" y="204311"/>
                    <a:pt x="128016" y="235363"/>
                    <a:pt x="166116" y="235363"/>
                  </a:cubicBezTo>
                  <a:cubicBezTo>
                    <a:pt x="204216" y="235268"/>
                    <a:pt x="235268" y="204216"/>
                    <a:pt x="235268" y="166116"/>
                  </a:cubicBezTo>
                  <a:close/>
                  <a:moveTo>
                    <a:pt x="123920" y="166116"/>
                  </a:moveTo>
                  <a:cubicBezTo>
                    <a:pt x="123920" y="142875"/>
                    <a:pt x="142875" y="123920"/>
                    <a:pt x="166116" y="123920"/>
                  </a:cubicBezTo>
                  <a:cubicBezTo>
                    <a:pt x="189357" y="123920"/>
                    <a:pt x="208312" y="142875"/>
                    <a:pt x="208312" y="166116"/>
                  </a:cubicBezTo>
                  <a:cubicBezTo>
                    <a:pt x="208312" y="189357"/>
                    <a:pt x="189357" y="208312"/>
                    <a:pt x="166116" y="208312"/>
                  </a:cubicBezTo>
                  <a:cubicBezTo>
                    <a:pt x="142780" y="208312"/>
                    <a:pt x="123920" y="189357"/>
                    <a:pt x="123920" y="16611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74" name="Полилиния: фигура 73"/>
            <p:cNvSpPr/>
            <p:nvPr/>
          </p:nvSpPr>
          <p:spPr bwMode="auto">
            <a:xfrm>
              <a:off x="1974238" y="1304196"/>
              <a:ext cx="104775" cy="66675"/>
            </a:xfrm>
            <a:custGeom>
              <a:avLst/>
              <a:gdLst>
                <a:gd name="connsiteX0" fmla="*/ 0 w 104775"/>
                <a:gd name="connsiteY0" fmla="*/ 74771 h 66675"/>
                <a:gd name="connsiteX1" fmla="*/ 24575 w 104775"/>
                <a:gd name="connsiteY1" fmla="*/ 0 h 66675"/>
                <a:gd name="connsiteX2" fmla="*/ 37243 w 104775"/>
                <a:gd name="connsiteY2" fmla="*/ 0 h 66675"/>
                <a:gd name="connsiteX3" fmla="*/ 54578 w 104775"/>
                <a:gd name="connsiteY3" fmla="*/ 50673 h 66675"/>
                <a:gd name="connsiteX4" fmla="*/ 54769 w 104775"/>
                <a:gd name="connsiteY4" fmla="*/ 50673 h 66675"/>
                <a:gd name="connsiteX5" fmla="*/ 71818 w 104775"/>
                <a:gd name="connsiteY5" fmla="*/ 0 h 66675"/>
                <a:gd name="connsiteX6" fmla="*/ 84487 w 104775"/>
                <a:gd name="connsiteY6" fmla="*/ 0 h 66675"/>
                <a:gd name="connsiteX7" fmla="*/ 108966 w 104775"/>
                <a:gd name="connsiteY7" fmla="*/ 74771 h 66675"/>
                <a:gd name="connsiteX8" fmla="*/ 90868 w 104775"/>
                <a:gd name="connsiteY8" fmla="*/ 74771 h 66675"/>
                <a:gd name="connsiteX9" fmla="*/ 77724 w 104775"/>
                <a:gd name="connsiteY9" fmla="*/ 31147 h 66675"/>
                <a:gd name="connsiteX10" fmla="*/ 77533 w 104775"/>
                <a:gd name="connsiteY10" fmla="*/ 31147 h 66675"/>
                <a:gd name="connsiteX11" fmla="*/ 61913 w 104775"/>
                <a:gd name="connsiteY11" fmla="*/ 74771 h 66675"/>
                <a:gd name="connsiteX12" fmla="*/ 46863 w 104775"/>
                <a:gd name="connsiteY12" fmla="*/ 74771 h 66675"/>
                <a:gd name="connsiteX13" fmla="*/ 31242 w 104775"/>
                <a:gd name="connsiteY13" fmla="*/ 31147 h 66675"/>
                <a:gd name="connsiteX14" fmla="*/ 31051 w 104775"/>
                <a:gd name="connsiteY14" fmla="*/ 31147 h 66675"/>
                <a:gd name="connsiteX15" fmla="*/ 17907 w 104775"/>
                <a:gd name="connsiteY15" fmla="*/ 74771 h 66675"/>
                <a:gd name="connsiteX16" fmla="*/ 0 w 104775"/>
                <a:gd name="connsiteY16" fmla="*/ 74771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4775" h="66675" fill="norm" stroke="1" extrusionOk="0">
                  <a:moveTo>
                    <a:pt x="0" y="74771"/>
                  </a:moveTo>
                  <a:lnTo>
                    <a:pt x="24575" y="0"/>
                  </a:lnTo>
                  <a:lnTo>
                    <a:pt x="37243" y="0"/>
                  </a:lnTo>
                  <a:lnTo>
                    <a:pt x="54578" y="50673"/>
                  </a:lnTo>
                  <a:lnTo>
                    <a:pt x="54769" y="50673"/>
                  </a:lnTo>
                  <a:lnTo>
                    <a:pt x="71818" y="0"/>
                  </a:lnTo>
                  <a:lnTo>
                    <a:pt x="84487" y="0"/>
                  </a:lnTo>
                  <a:lnTo>
                    <a:pt x="108966" y="74771"/>
                  </a:lnTo>
                  <a:lnTo>
                    <a:pt x="90868" y="74771"/>
                  </a:lnTo>
                  <a:lnTo>
                    <a:pt x="77724" y="31147"/>
                  </a:lnTo>
                  <a:lnTo>
                    <a:pt x="77533" y="31147"/>
                  </a:lnTo>
                  <a:lnTo>
                    <a:pt x="61913" y="74771"/>
                  </a:lnTo>
                  <a:lnTo>
                    <a:pt x="46863" y="74771"/>
                  </a:lnTo>
                  <a:lnTo>
                    <a:pt x="31242" y="31147"/>
                  </a:lnTo>
                  <a:lnTo>
                    <a:pt x="31051" y="31147"/>
                  </a:lnTo>
                  <a:lnTo>
                    <a:pt x="17907" y="74771"/>
                  </a:lnTo>
                  <a:lnTo>
                    <a:pt x="0" y="7477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75" name="Полилиния: фигура 74"/>
            <p:cNvSpPr/>
            <p:nvPr/>
          </p:nvSpPr>
          <p:spPr bwMode="auto">
            <a:xfrm>
              <a:off x="2087967" y="1323723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2 w 47625"/>
                <a:gd name="connsiteY1" fmla="*/ 0 h 47625"/>
                <a:gd name="connsiteX2" fmla="*/ 55150 w 47625"/>
                <a:gd name="connsiteY2" fmla="*/ 28099 h 47625"/>
                <a:gd name="connsiteX3" fmla="*/ 27622 w 47625"/>
                <a:gd name="connsiteY3" fmla="*/ 56483 h 47625"/>
                <a:gd name="connsiteX4" fmla="*/ 0 w 47625"/>
                <a:gd name="connsiteY4" fmla="*/ 28099 h 47625"/>
                <a:gd name="connsiteX5" fmla="*/ 38957 w 47625"/>
                <a:gd name="connsiteY5" fmla="*/ 28099 h 47625"/>
                <a:gd name="connsiteX6" fmla="*/ 27622 w 47625"/>
                <a:gd name="connsiteY6" fmla="*/ 13907 h 47625"/>
                <a:gd name="connsiteX7" fmla="*/ 16192 w 47625"/>
                <a:gd name="connsiteY7" fmla="*/ 28099 h 47625"/>
                <a:gd name="connsiteX8" fmla="*/ 27622 w 47625"/>
                <a:gd name="connsiteY8" fmla="*/ 42672 h 47625"/>
                <a:gd name="connsiteX9" fmla="*/ 38957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 fill="norm" stroke="1" extrusionOk="0">
                  <a:moveTo>
                    <a:pt x="0" y="28099"/>
                  </a:moveTo>
                  <a:cubicBezTo>
                    <a:pt x="0" y="11621"/>
                    <a:pt x="11335" y="0"/>
                    <a:pt x="27622" y="0"/>
                  </a:cubicBezTo>
                  <a:cubicBezTo>
                    <a:pt x="43720" y="0"/>
                    <a:pt x="55150" y="11621"/>
                    <a:pt x="55150" y="28099"/>
                  </a:cubicBezTo>
                  <a:cubicBezTo>
                    <a:pt x="55150" y="44863"/>
                    <a:pt x="43720" y="56483"/>
                    <a:pt x="27622" y="56483"/>
                  </a:cubicBezTo>
                  <a:cubicBezTo>
                    <a:pt x="11335" y="56483"/>
                    <a:pt x="0" y="44863"/>
                    <a:pt x="0" y="28099"/>
                  </a:cubicBezTo>
                  <a:close/>
                  <a:moveTo>
                    <a:pt x="38957" y="28099"/>
                  </a:moveTo>
                  <a:cubicBezTo>
                    <a:pt x="38957" y="19717"/>
                    <a:pt x="34671" y="13907"/>
                    <a:pt x="27622" y="13907"/>
                  </a:cubicBezTo>
                  <a:cubicBezTo>
                    <a:pt x="20574" y="13907"/>
                    <a:pt x="16192" y="19812"/>
                    <a:pt x="16192" y="28099"/>
                  </a:cubicBezTo>
                  <a:cubicBezTo>
                    <a:pt x="16192" y="36195"/>
                    <a:pt x="20574" y="42672"/>
                    <a:pt x="27622" y="42672"/>
                  </a:cubicBezTo>
                  <a:cubicBezTo>
                    <a:pt x="34671" y="42672"/>
                    <a:pt x="38957" y="36195"/>
                    <a:pt x="38957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76" name="Полилиния: фигура 75"/>
            <p:cNvSpPr/>
            <p:nvPr/>
          </p:nvSpPr>
          <p:spPr bwMode="auto">
            <a:xfrm>
              <a:off x="2151117" y="1323723"/>
              <a:ext cx="38100" cy="47625"/>
            </a:xfrm>
            <a:custGeom>
              <a:avLst/>
              <a:gdLst>
                <a:gd name="connsiteX0" fmla="*/ 0 w 38100"/>
                <a:gd name="connsiteY0" fmla="*/ 28099 h 47625"/>
                <a:gd name="connsiteX1" fmla="*/ 26670 w 38100"/>
                <a:gd name="connsiteY1" fmla="*/ 0 h 47625"/>
                <a:gd name="connsiteX2" fmla="*/ 47149 w 38100"/>
                <a:gd name="connsiteY2" fmla="*/ 7525 h 47625"/>
                <a:gd name="connsiteX3" fmla="*/ 37243 w 38100"/>
                <a:gd name="connsiteY3" fmla="*/ 17336 h 47625"/>
                <a:gd name="connsiteX4" fmla="*/ 27623 w 38100"/>
                <a:gd name="connsiteY4" fmla="*/ 13811 h 47625"/>
                <a:gd name="connsiteX5" fmla="*/ 16288 w 38100"/>
                <a:gd name="connsiteY5" fmla="*/ 28099 h 47625"/>
                <a:gd name="connsiteX6" fmla="*/ 27623 w 38100"/>
                <a:gd name="connsiteY6" fmla="*/ 42672 h 47625"/>
                <a:gd name="connsiteX7" fmla="*/ 37243 w 38100"/>
                <a:gd name="connsiteY7" fmla="*/ 39243 h 47625"/>
                <a:gd name="connsiteX8" fmla="*/ 47149 w 38100"/>
                <a:gd name="connsiteY8" fmla="*/ 49054 h 47625"/>
                <a:gd name="connsiteX9" fmla="*/ 26670 w 38100"/>
                <a:gd name="connsiteY9" fmla="*/ 56579 h 47625"/>
                <a:gd name="connsiteX10" fmla="*/ 0 w 38100"/>
                <a:gd name="connsiteY10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0" h="47625" fill="norm" stroke="1" extrusionOk="0">
                  <a:moveTo>
                    <a:pt x="0" y="28099"/>
                  </a:moveTo>
                  <a:cubicBezTo>
                    <a:pt x="0" y="11621"/>
                    <a:pt x="10573" y="0"/>
                    <a:pt x="26670" y="0"/>
                  </a:cubicBezTo>
                  <a:cubicBezTo>
                    <a:pt x="33433" y="0"/>
                    <a:pt x="40958" y="1429"/>
                    <a:pt x="47149" y="7525"/>
                  </a:cubicBezTo>
                  <a:lnTo>
                    <a:pt x="37243" y="17336"/>
                  </a:lnTo>
                  <a:cubicBezTo>
                    <a:pt x="34766" y="14764"/>
                    <a:pt x="31337" y="13811"/>
                    <a:pt x="27623" y="13811"/>
                  </a:cubicBezTo>
                  <a:cubicBezTo>
                    <a:pt x="20574" y="13811"/>
                    <a:pt x="16288" y="19812"/>
                    <a:pt x="16288" y="28099"/>
                  </a:cubicBezTo>
                  <a:cubicBezTo>
                    <a:pt x="16288" y="36386"/>
                    <a:pt x="20574" y="42672"/>
                    <a:pt x="27623" y="42672"/>
                  </a:cubicBezTo>
                  <a:cubicBezTo>
                    <a:pt x="31337" y="42672"/>
                    <a:pt x="34766" y="41720"/>
                    <a:pt x="37243" y="39243"/>
                  </a:cubicBezTo>
                  <a:lnTo>
                    <a:pt x="47149" y="49054"/>
                  </a:lnTo>
                  <a:cubicBezTo>
                    <a:pt x="40958" y="55150"/>
                    <a:pt x="33338" y="56579"/>
                    <a:pt x="26670" y="56579"/>
                  </a:cubicBezTo>
                  <a:cubicBezTo>
                    <a:pt x="10573" y="56483"/>
                    <a:pt x="0" y="44863"/>
                    <a:pt x="0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77" name="Полилиния: фигура 76"/>
            <p:cNvSpPr/>
            <p:nvPr/>
          </p:nvSpPr>
          <p:spPr bwMode="auto">
            <a:xfrm>
              <a:off x="2207696" y="1325056"/>
              <a:ext cx="47625" cy="47625"/>
            </a:xfrm>
            <a:custGeom>
              <a:avLst/>
              <a:gdLst>
                <a:gd name="connsiteX0" fmla="*/ 95 w 47625"/>
                <a:gd name="connsiteY0" fmla="*/ 0 h 47625"/>
                <a:gd name="connsiteX1" fmla="*/ 15716 w 47625"/>
                <a:gd name="connsiteY1" fmla="*/ 0 h 47625"/>
                <a:gd name="connsiteX2" fmla="*/ 15716 w 47625"/>
                <a:gd name="connsiteY2" fmla="*/ 20384 h 47625"/>
                <a:gd name="connsiteX3" fmla="*/ 18098 w 47625"/>
                <a:gd name="connsiteY3" fmla="*/ 20384 h 47625"/>
                <a:gd name="connsiteX4" fmla="*/ 30766 w 47625"/>
                <a:gd name="connsiteY4" fmla="*/ 0 h 47625"/>
                <a:gd name="connsiteX5" fmla="*/ 48578 w 47625"/>
                <a:gd name="connsiteY5" fmla="*/ 0 h 47625"/>
                <a:gd name="connsiteX6" fmla="*/ 31242 w 47625"/>
                <a:gd name="connsiteY6" fmla="*/ 26670 h 47625"/>
                <a:gd name="connsiteX7" fmla="*/ 50673 w 47625"/>
                <a:gd name="connsiteY7" fmla="*/ 53912 h 47625"/>
                <a:gd name="connsiteX8" fmla="*/ 31623 w 47625"/>
                <a:gd name="connsiteY8" fmla="*/ 53912 h 47625"/>
                <a:gd name="connsiteX9" fmla="*/ 17336 w 47625"/>
                <a:gd name="connsiteY9" fmla="*/ 33433 h 47625"/>
                <a:gd name="connsiteX10" fmla="*/ 15621 w 47625"/>
                <a:gd name="connsiteY10" fmla="*/ 33433 h 47625"/>
                <a:gd name="connsiteX11" fmla="*/ 15621 w 47625"/>
                <a:gd name="connsiteY11" fmla="*/ 53912 h 47625"/>
                <a:gd name="connsiteX12" fmla="*/ 0 w 47625"/>
                <a:gd name="connsiteY12" fmla="*/ 53912 h 47625"/>
                <a:gd name="connsiteX13" fmla="*/ 0 w 47625"/>
                <a:gd name="connsiteY13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" h="47625" fill="norm" stroke="1" extrusionOk="0">
                  <a:moveTo>
                    <a:pt x="95" y="0"/>
                  </a:moveTo>
                  <a:lnTo>
                    <a:pt x="15716" y="0"/>
                  </a:lnTo>
                  <a:lnTo>
                    <a:pt x="15716" y="20384"/>
                  </a:lnTo>
                  <a:lnTo>
                    <a:pt x="18098" y="20384"/>
                  </a:lnTo>
                  <a:lnTo>
                    <a:pt x="30766" y="0"/>
                  </a:lnTo>
                  <a:lnTo>
                    <a:pt x="48578" y="0"/>
                  </a:lnTo>
                  <a:lnTo>
                    <a:pt x="31242" y="26670"/>
                  </a:lnTo>
                  <a:lnTo>
                    <a:pt x="50673" y="53912"/>
                  </a:lnTo>
                  <a:lnTo>
                    <a:pt x="31623" y="53912"/>
                  </a:lnTo>
                  <a:lnTo>
                    <a:pt x="17336" y="33433"/>
                  </a:lnTo>
                  <a:lnTo>
                    <a:pt x="15621" y="33433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78" name="Полилиния: фигура 77"/>
            <p:cNvSpPr/>
            <p:nvPr/>
          </p:nvSpPr>
          <p:spPr bwMode="auto">
            <a:xfrm>
              <a:off x="2262179" y="1323723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3 w 47625"/>
                <a:gd name="connsiteY1" fmla="*/ 0 h 47625"/>
                <a:gd name="connsiteX2" fmla="*/ 55150 w 47625"/>
                <a:gd name="connsiteY2" fmla="*/ 28099 h 47625"/>
                <a:gd name="connsiteX3" fmla="*/ 27623 w 47625"/>
                <a:gd name="connsiteY3" fmla="*/ 56483 h 47625"/>
                <a:gd name="connsiteX4" fmla="*/ 0 w 47625"/>
                <a:gd name="connsiteY4" fmla="*/ 28099 h 47625"/>
                <a:gd name="connsiteX5" fmla="*/ 38957 w 47625"/>
                <a:gd name="connsiteY5" fmla="*/ 28099 h 47625"/>
                <a:gd name="connsiteX6" fmla="*/ 27623 w 47625"/>
                <a:gd name="connsiteY6" fmla="*/ 13907 h 47625"/>
                <a:gd name="connsiteX7" fmla="*/ 16192 w 47625"/>
                <a:gd name="connsiteY7" fmla="*/ 28099 h 47625"/>
                <a:gd name="connsiteX8" fmla="*/ 27623 w 47625"/>
                <a:gd name="connsiteY8" fmla="*/ 42672 h 47625"/>
                <a:gd name="connsiteX9" fmla="*/ 38957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 fill="norm" stroke="1" extrusionOk="0">
                  <a:moveTo>
                    <a:pt x="0" y="28099"/>
                  </a:moveTo>
                  <a:cubicBezTo>
                    <a:pt x="0" y="11621"/>
                    <a:pt x="11335" y="0"/>
                    <a:pt x="27623" y="0"/>
                  </a:cubicBezTo>
                  <a:cubicBezTo>
                    <a:pt x="43720" y="0"/>
                    <a:pt x="55150" y="11621"/>
                    <a:pt x="55150" y="28099"/>
                  </a:cubicBezTo>
                  <a:cubicBezTo>
                    <a:pt x="55150" y="44863"/>
                    <a:pt x="43720" y="56483"/>
                    <a:pt x="27623" y="56483"/>
                  </a:cubicBezTo>
                  <a:cubicBezTo>
                    <a:pt x="11335" y="56483"/>
                    <a:pt x="0" y="44863"/>
                    <a:pt x="0" y="28099"/>
                  </a:cubicBezTo>
                  <a:close/>
                  <a:moveTo>
                    <a:pt x="38957" y="28099"/>
                  </a:moveTo>
                  <a:cubicBezTo>
                    <a:pt x="38957" y="19717"/>
                    <a:pt x="34671" y="13907"/>
                    <a:pt x="27623" y="13907"/>
                  </a:cubicBezTo>
                  <a:cubicBezTo>
                    <a:pt x="20574" y="13907"/>
                    <a:pt x="16192" y="19812"/>
                    <a:pt x="16192" y="28099"/>
                  </a:cubicBezTo>
                  <a:cubicBezTo>
                    <a:pt x="16192" y="36195"/>
                    <a:pt x="20574" y="42672"/>
                    <a:pt x="27623" y="42672"/>
                  </a:cubicBezTo>
                  <a:cubicBezTo>
                    <a:pt x="34671" y="42672"/>
                    <a:pt x="38957" y="36195"/>
                    <a:pt x="38957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79" name="Полилиния: фигура 78"/>
            <p:cNvSpPr/>
            <p:nvPr/>
          </p:nvSpPr>
          <p:spPr bwMode="auto">
            <a:xfrm>
              <a:off x="2328854" y="1325056"/>
              <a:ext cx="47625" cy="47625"/>
            </a:xfrm>
            <a:custGeom>
              <a:avLst/>
              <a:gdLst>
                <a:gd name="connsiteX0" fmla="*/ 0 w 47625"/>
                <a:gd name="connsiteY0" fmla="*/ 53912 h 47625"/>
                <a:gd name="connsiteX1" fmla="*/ 0 w 47625"/>
                <a:gd name="connsiteY1" fmla="*/ 0 h 47625"/>
                <a:gd name="connsiteX2" fmla="*/ 27908 w 47625"/>
                <a:gd name="connsiteY2" fmla="*/ 0 h 47625"/>
                <a:gd name="connsiteX3" fmla="*/ 47625 w 47625"/>
                <a:gd name="connsiteY3" fmla="*/ 14669 h 47625"/>
                <a:gd name="connsiteX4" fmla="*/ 39624 w 47625"/>
                <a:gd name="connsiteY4" fmla="*/ 25051 h 47625"/>
                <a:gd name="connsiteX5" fmla="*/ 39624 w 47625"/>
                <a:gd name="connsiteY5" fmla="*/ 25241 h 47625"/>
                <a:gd name="connsiteX6" fmla="*/ 49911 w 47625"/>
                <a:gd name="connsiteY6" fmla="*/ 38100 h 47625"/>
                <a:gd name="connsiteX7" fmla="*/ 30290 w 47625"/>
                <a:gd name="connsiteY7" fmla="*/ 54007 h 47625"/>
                <a:gd name="connsiteX8" fmla="*/ 0 w 47625"/>
                <a:gd name="connsiteY8" fmla="*/ 54007 h 47625"/>
                <a:gd name="connsiteX9" fmla="*/ 24479 w 47625"/>
                <a:gd name="connsiteY9" fmla="*/ 22289 h 47625"/>
                <a:gd name="connsiteX10" fmla="*/ 31528 w 47625"/>
                <a:gd name="connsiteY10" fmla="*/ 16669 h 47625"/>
                <a:gd name="connsiteX11" fmla="*/ 24479 w 47625"/>
                <a:gd name="connsiteY11" fmla="*/ 11335 h 47625"/>
                <a:gd name="connsiteX12" fmla="*/ 15621 w 47625"/>
                <a:gd name="connsiteY12" fmla="*/ 11335 h 47625"/>
                <a:gd name="connsiteX13" fmla="*/ 15621 w 47625"/>
                <a:gd name="connsiteY13" fmla="*/ 22384 h 47625"/>
                <a:gd name="connsiteX14" fmla="*/ 24479 w 47625"/>
                <a:gd name="connsiteY14" fmla="*/ 22384 h 47625"/>
                <a:gd name="connsiteX15" fmla="*/ 27337 w 47625"/>
                <a:gd name="connsiteY15" fmla="*/ 42577 h 47625"/>
                <a:gd name="connsiteX16" fmla="*/ 33242 w 47625"/>
                <a:gd name="connsiteY16" fmla="*/ 37909 h 47625"/>
                <a:gd name="connsiteX17" fmla="*/ 27337 w 47625"/>
                <a:gd name="connsiteY17" fmla="*/ 32766 h 47625"/>
                <a:gd name="connsiteX18" fmla="*/ 15621 w 47625"/>
                <a:gd name="connsiteY18" fmla="*/ 32766 h 47625"/>
                <a:gd name="connsiteX19" fmla="*/ 15621 w 47625"/>
                <a:gd name="connsiteY19" fmla="*/ 42577 h 47625"/>
                <a:gd name="connsiteX20" fmla="*/ 27337 w 47625"/>
                <a:gd name="connsiteY20" fmla="*/ 42577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7625" h="47625" fill="norm" stroke="1" extrusionOk="0">
                  <a:moveTo>
                    <a:pt x="0" y="53912"/>
                  </a:moveTo>
                  <a:lnTo>
                    <a:pt x="0" y="0"/>
                  </a:lnTo>
                  <a:lnTo>
                    <a:pt x="27908" y="0"/>
                  </a:lnTo>
                  <a:cubicBezTo>
                    <a:pt x="38481" y="0"/>
                    <a:pt x="47625" y="4001"/>
                    <a:pt x="47625" y="14669"/>
                  </a:cubicBezTo>
                  <a:cubicBezTo>
                    <a:pt x="47625" y="19622"/>
                    <a:pt x="43815" y="23813"/>
                    <a:pt x="39624" y="25051"/>
                  </a:cubicBezTo>
                  <a:lnTo>
                    <a:pt x="39624" y="25241"/>
                  </a:lnTo>
                  <a:cubicBezTo>
                    <a:pt x="45911" y="26956"/>
                    <a:pt x="49911" y="31433"/>
                    <a:pt x="49911" y="38100"/>
                  </a:cubicBezTo>
                  <a:cubicBezTo>
                    <a:pt x="49911" y="46006"/>
                    <a:pt x="44006" y="54007"/>
                    <a:pt x="30290" y="54007"/>
                  </a:cubicBezTo>
                  <a:lnTo>
                    <a:pt x="0" y="54007"/>
                  </a:lnTo>
                  <a:close/>
                  <a:moveTo>
                    <a:pt x="24479" y="22289"/>
                  </a:moveTo>
                  <a:cubicBezTo>
                    <a:pt x="28480" y="22289"/>
                    <a:pt x="31528" y="20669"/>
                    <a:pt x="31528" y="16669"/>
                  </a:cubicBezTo>
                  <a:cubicBezTo>
                    <a:pt x="31528" y="12573"/>
                    <a:pt x="28385" y="11335"/>
                    <a:pt x="24479" y="11335"/>
                  </a:cubicBezTo>
                  <a:lnTo>
                    <a:pt x="15621" y="11335"/>
                  </a:lnTo>
                  <a:lnTo>
                    <a:pt x="15621" y="22384"/>
                  </a:lnTo>
                  <a:lnTo>
                    <a:pt x="24479" y="22384"/>
                  </a:lnTo>
                  <a:close/>
                  <a:moveTo>
                    <a:pt x="27337" y="42577"/>
                  </a:moveTo>
                  <a:cubicBezTo>
                    <a:pt x="31718" y="42577"/>
                    <a:pt x="33242" y="40291"/>
                    <a:pt x="33242" y="37909"/>
                  </a:cubicBezTo>
                  <a:cubicBezTo>
                    <a:pt x="33242" y="35338"/>
                    <a:pt x="31718" y="32766"/>
                    <a:pt x="27337" y="32766"/>
                  </a:cubicBezTo>
                  <a:lnTo>
                    <a:pt x="15621" y="32766"/>
                  </a:lnTo>
                  <a:lnTo>
                    <a:pt x="15621" y="42577"/>
                  </a:lnTo>
                  <a:lnTo>
                    <a:pt x="27337" y="4257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80" name="Полилиния: фигура 79"/>
            <p:cNvSpPr/>
            <p:nvPr/>
          </p:nvSpPr>
          <p:spPr bwMode="auto">
            <a:xfrm>
              <a:off x="2386575" y="1323723"/>
              <a:ext cx="38100" cy="47625"/>
            </a:xfrm>
            <a:custGeom>
              <a:avLst/>
              <a:gdLst>
                <a:gd name="connsiteX0" fmla="*/ 0 w 38100"/>
                <a:gd name="connsiteY0" fmla="*/ 28099 h 47625"/>
                <a:gd name="connsiteX1" fmla="*/ 26670 w 38100"/>
                <a:gd name="connsiteY1" fmla="*/ 0 h 47625"/>
                <a:gd name="connsiteX2" fmla="*/ 47149 w 38100"/>
                <a:gd name="connsiteY2" fmla="*/ 7525 h 47625"/>
                <a:gd name="connsiteX3" fmla="*/ 37243 w 38100"/>
                <a:gd name="connsiteY3" fmla="*/ 17336 h 47625"/>
                <a:gd name="connsiteX4" fmla="*/ 27623 w 38100"/>
                <a:gd name="connsiteY4" fmla="*/ 13811 h 47625"/>
                <a:gd name="connsiteX5" fmla="*/ 16288 w 38100"/>
                <a:gd name="connsiteY5" fmla="*/ 28099 h 47625"/>
                <a:gd name="connsiteX6" fmla="*/ 27623 w 38100"/>
                <a:gd name="connsiteY6" fmla="*/ 42672 h 47625"/>
                <a:gd name="connsiteX7" fmla="*/ 37243 w 38100"/>
                <a:gd name="connsiteY7" fmla="*/ 39243 h 47625"/>
                <a:gd name="connsiteX8" fmla="*/ 47149 w 38100"/>
                <a:gd name="connsiteY8" fmla="*/ 49054 h 47625"/>
                <a:gd name="connsiteX9" fmla="*/ 26670 w 38100"/>
                <a:gd name="connsiteY9" fmla="*/ 56579 h 47625"/>
                <a:gd name="connsiteX10" fmla="*/ 0 w 38100"/>
                <a:gd name="connsiteY10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0" h="47625" fill="norm" stroke="1" extrusionOk="0">
                  <a:moveTo>
                    <a:pt x="0" y="28099"/>
                  </a:moveTo>
                  <a:cubicBezTo>
                    <a:pt x="0" y="11621"/>
                    <a:pt x="10573" y="0"/>
                    <a:pt x="26670" y="0"/>
                  </a:cubicBezTo>
                  <a:cubicBezTo>
                    <a:pt x="33433" y="0"/>
                    <a:pt x="40958" y="1429"/>
                    <a:pt x="47149" y="7525"/>
                  </a:cubicBezTo>
                  <a:lnTo>
                    <a:pt x="37243" y="17336"/>
                  </a:lnTo>
                  <a:cubicBezTo>
                    <a:pt x="34766" y="14764"/>
                    <a:pt x="31337" y="13811"/>
                    <a:pt x="27623" y="13811"/>
                  </a:cubicBezTo>
                  <a:cubicBezTo>
                    <a:pt x="20574" y="13811"/>
                    <a:pt x="16288" y="19812"/>
                    <a:pt x="16288" y="28099"/>
                  </a:cubicBezTo>
                  <a:cubicBezTo>
                    <a:pt x="16288" y="36386"/>
                    <a:pt x="20574" y="42672"/>
                    <a:pt x="27623" y="42672"/>
                  </a:cubicBezTo>
                  <a:cubicBezTo>
                    <a:pt x="31337" y="42672"/>
                    <a:pt x="34766" y="41720"/>
                    <a:pt x="37243" y="39243"/>
                  </a:cubicBezTo>
                  <a:lnTo>
                    <a:pt x="47149" y="49054"/>
                  </a:lnTo>
                  <a:cubicBezTo>
                    <a:pt x="40958" y="55150"/>
                    <a:pt x="33338" y="56579"/>
                    <a:pt x="26670" y="56579"/>
                  </a:cubicBezTo>
                  <a:cubicBezTo>
                    <a:pt x="10573" y="56483"/>
                    <a:pt x="0" y="44863"/>
                    <a:pt x="0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81" name="Полилиния: фигура 80"/>
            <p:cNvSpPr/>
            <p:nvPr/>
          </p:nvSpPr>
          <p:spPr bwMode="auto">
            <a:xfrm>
              <a:off x="2443059" y="1325056"/>
              <a:ext cx="47625" cy="47625"/>
            </a:xfrm>
            <a:custGeom>
              <a:avLst/>
              <a:gdLst>
                <a:gd name="connsiteX0" fmla="*/ 95 w 47625"/>
                <a:gd name="connsiteY0" fmla="*/ 0 h 47625"/>
                <a:gd name="connsiteX1" fmla="*/ 15716 w 47625"/>
                <a:gd name="connsiteY1" fmla="*/ 0 h 47625"/>
                <a:gd name="connsiteX2" fmla="*/ 15716 w 47625"/>
                <a:gd name="connsiteY2" fmla="*/ 20384 h 47625"/>
                <a:gd name="connsiteX3" fmla="*/ 18097 w 47625"/>
                <a:gd name="connsiteY3" fmla="*/ 20384 h 47625"/>
                <a:gd name="connsiteX4" fmla="*/ 30766 w 47625"/>
                <a:gd name="connsiteY4" fmla="*/ 0 h 47625"/>
                <a:gd name="connsiteX5" fmla="*/ 48577 w 47625"/>
                <a:gd name="connsiteY5" fmla="*/ 0 h 47625"/>
                <a:gd name="connsiteX6" fmla="*/ 31242 w 47625"/>
                <a:gd name="connsiteY6" fmla="*/ 26670 h 47625"/>
                <a:gd name="connsiteX7" fmla="*/ 50673 w 47625"/>
                <a:gd name="connsiteY7" fmla="*/ 53912 h 47625"/>
                <a:gd name="connsiteX8" fmla="*/ 31623 w 47625"/>
                <a:gd name="connsiteY8" fmla="*/ 53912 h 47625"/>
                <a:gd name="connsiteX9" fmla="*/ 17335 w 47625"/>
                <a:gd name="connsiteY9" fmla="*/ 33433 h 47625"/>
                <a:gd name="connsiteX10" fmla="*/ 15621 w 47625"/>
                <a:gd name="connsiteY10" fmla="*/ 33433 h 47625"/>
                <a:gd name="connsiteX11" fmla="*/ 15621 w 47625"/>
                <a:gd name="connsiteY11" fmla="*/ 53912 h 47625"/>
                <a:gd name="connsiteX12" fmla="*/ 0 w 47625"/>
                <a:gd name="connsiteY12" fmla="*/ 53912 h 47625"/>
                <a:gd name="connsiteX13" fmla="*/ 0 w 47625"/>
                <a:gd name="connsiteY13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" h="47625" fill="norm" stroke="1" extrusionOk="0">
                  <a:moveTo>
                    <a:pt x="95" y="0"/>
                  </a:moveTo>
                  <a:lnTo>
                    <a:pt x="15716" y="0"/>
                  </a:lnTo>
                  <a:lnTo>
                    <a:pt x="15716" y="20384"/>
                  </a:lnTo>
                  <a:lnTo>
                    <a:pt x="18097" y="20384"/>
                  </a:lnTo>
                  <a:lnTo>
                    <a:pt x="30766" y="0"/>
                  </a:lnTo>
                  <a:lnTo>
                    <a:pt x="48577" y="0"/>
                  </a:lnTo>
                  <a:lnTo>
                    <a:pt x="31242" y="26670"/>
                  </a:lnTo>
                  <a:lnTo>
                    <a:pt x="50673" y="53912"/>
                  </a:lnTo>
                  <a:lnTo>
                    <a:pt x="31623" y="53912"/>
                  </a:lnTo>
                  <a:lnTo>
                    <a:pt x="17335" y="33433"/>
                  </a:lnTo>
                  <a:lnTo>
                    <a:pt x="15621" y="33433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82" name="Полилиния: фигура 81"/>
            <p:cNvSpPr/>
            <p:nvPr/>
          </p:nvSpPr>
          <p:spPr bwMode="auto">
            <a:xfrm>
              <a:off x="2501256" y="1325056"/>
              <a:ext cx="47625" cy="47625"/>
            </a:xfrm>
            <a:custGeom>
              <a:avLst/>
              <a:gdLst>
                <a:gd name="connsiteX0" fmla="*/ 0 w 47625"/>
                <a:gd name="connsiteY0" fmla="*/ 0 h 47625"/>
                <a:gd name="connsiteX1" fmla="*/ 15621 w 47625"/>
                <a:gd name="connsiteY1" fmla="*/ 0 h 47625"/>
                <a:gd name="connsiteX2" fmla="*/ 15621 w 47625"/>
                <a:gd name="connsiteY2" fmla="*/ 30480 h 47625"/>
                <a:gd name="connsiteX3" fmla="*/ 15812 w 47625"/>
                <a:gd name="connsiteY3" fmla="*/ 30480 h 47625"/>
                <a:gd name="connsiteX4" fmla="*/ 36385 w 47625"/>
                <a:gd name="connsiteY4" fmla="*/ 0 h 47625"/>
                <a:gd name="connsiteX5" fmla="*/ 49816 w 47625"/>
                <a:gd name="connsiteY5" fmla="*/ 0 h 47625"/>
                <a:gd name="connsiteX6" fmla="*/ 49816 w 47625"/>
                <a:gd name="connsiteY6" fmla="*/ 53912 h 47625"/>
                <a:gd name="connsiteX7" fmla="*/ 34195 w 47625"/>
                <a:gd name="connsiteY7" fmla="*/ 53912 h 47625"/>
                <a:gd name="connsiteX8" fmla="*/ 34195 w 47625"/>
                <a:gd name="connsiteY8" fmla="*/ 23432 h 47625"/>
                <a:gd name="connsiteX9" fmla="*/ 34004 w 47625"/>
                <a:gd name="connsiteY9" fmla="*/ 23432 h 47625"/>
                <a:gd name="connsiteX10" fmla="*/ 13525 w 47625"/>
                <a:gd name="connsiteY10" fmla="*/ 53912 h 47625"/>
                <a:gd name="connsiteX11" fmla="*/ 0 w 47625"/>
                <a:gd name="connsiteY11" fmla="*/ 53912 h 47625"/>
                <a:gd name="connsiteX12" fmla="*/ 0 w 47625"/>
                <a:gd name="connsiteY12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 fill="norm" stroke="1" extrusionOk="0">
                  <a:moveTo>
                    <a:pt x="0" y="0"/>
                  </a:moveTo>
                  <a:lnTo>
                    <a:pt x="15621" y="0"/>
                  </a:lnTo>
                  <a:lnTo>
                    <a:pt x="15621" y="30480"/>
                  </a:lnTo>
                  <a:lnTo>
                    <a:pt x="15812" y="30480"/>
                  </a:lnTo>
                  <a:lnTo>
                    <a:pt x="36385" y="0"/>
                  </a:lnTo>
                  <a:lnTo>
                    <a:pt x="49816" y="0"/>
                  </a:lnTo>
                  <a:lnTo>
                    <a:pt x="49816" y="53912"/>
                  </a:lnTo>
                  <a:lnTo>
                    <a:pt x="34195" y="53912"/>
                  </a:lnTo>
                  <a:lnTo>
                    <a:pt x="34195" y="23432"/>
                  </a:lnTo>
                  <a:lnTo>
                    <a:pt x="34004" y="23432"/>
                  </a:lnTo>
                  <a:lnTo>
                    <a:pt x="13525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83" name="Полилиния: фигура 82"/>
            <p:cNvSpPr/>
            <p:nvPr/>
          </p:nvSpPr>
          <p:spPr bwMode="auto">
            <a:xfrm>
              <a:off x="2566122" y="1300672"/>
              <a:ext cx="47625" cy="76200"/>
            </a:xfrm>
            <a:custGeom>
              <a:avLst/>
              <a:gdLst>
                <a:gd name="connsiteX0" fmla="*/ 0 w 47625"/>
                <a:gd name="connsiteY0" fmla="*/ 24384 h 76200"/>
                <a:gd name="connsiteX1" fmla="*/ 15621 w 47625"/>
                <a:gd name="connsiteY1" fmla="*/ 24384 h 76200"/>
                <a:gd name="connsiteX2" fmla="*/ 15621 w 47625"/>
                <a:gd name="connsiteY2" fmla="*/ 54864 h 76200"/>
                <a:gd name="connsiteX3" fmla="*/ 15812 w 47625"/>
                <a:gd name="connsiteY3" fmla="*/ 54864 h 76200"/>
                <a:gd name="connsiteX4" fmla="*/ 36386 w 47625"/>
                <a:gd name="connsiteY4" fmla="*/ 24384 h 76200"/>
                <a:gd name="connsiteX5" fmla="*/ 49816 w 47625"/>
                <a:gd name="connsiteY5" fmla="*/ 24384 h 76200"/>
                <a:gd name="connsiteX6" fmla="*/ 49816 w 47625"/>
                <a:gd name="connsiteY6" fmla="*/ 78296 h 76200"/>
                <a:gd name="connsiteX7" fmla="*/ 34195 w 47625"/>
                <a:gd name="connsiteY7" fmla="*/ 78296 h 76200"/>
                <a:gd name="connsiteX8" fmla="*/ 34195 w 47625"/>
                <a:gd name="connsiteY8" fmla="*/ 47816 h 76200"/>
                <a:gd name="connsiteX9" fmla="*/ 34004 w 47625"/>
                <a:gd name="connsiteY9" fmla="*/ 47816 h 76200"/>
                <a:gd name="connsiteX10" fmla="*/ 13525 w 47625"/>
                <a:gd name="connsiteY10" fmla="*/ 78296 h 76200"/>
                <a:gd name="connsiteX11" fmla="*/ 0 w 47625"/>
                <a:gd name="connsiteY11" fmla="*/ 78296 h 76200"/>
                <a:gd name="connsiteX12" fmla="*/ 0 w 47625"/>
                <a:gd name="connsiteY12" fmla="*/ 24384 h 76200"/>
                <a:gd name="connsiteX13" fmla="*/ 6477 w 47625"/>
                <a:gd name="connsiteY13" fmla="*/ 8001 h 76200"/>
                <a:gd name="connsiteX14" fmla="*/ 14573 w 47625"/>
                <a:gd name="connsiteY14" fmla="*/ 0 h 76200"/>
                <a:gd name="connsiteX15" fmla="*/ 24098 w 47625"/>
                <a:gd name="connsiteY15" fmla="*/ 6858 h 76200"/>
                <a:gd name="connsiteX16" fmla="*/ 34385 w 47625"/>
                <a:gd name="connsiteY16" fmla="*/ 0 h 76200"/>
                <a:gd name="connsiteX17" fmla="*/ 42100 w 47625"/>
                <a:gd name="connsiteY17" fmla="*/ 8001 h 76200"/>
                <a:gd name="connsiteX18" fmla="*/ 24479 w 47625"/>
                <a:gd name="connsiteY18" fmla="*/ 18669 h 76200"/>
                <a:gd name="connsiteX19" fmla="*/ 6477 w 47625"/>
                <a:gd name="connsiteY19" fmla="*/ 8001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7625" h="76200" fill="norm" stroke="1" extrusionOk="0">
                  <a:moveTo>
                    <a:pt x="0" y="24384"/>
                  </a:moveTo>
                  <a:lnTo>
                    <a:pt x="15621" y="24384"/>
                  </a:lnTo>
                  <a:lnTo>
                    <a:pt x="15621" y="54864"/>
                  </a:lnTo>
                  <a:lnTo>
                    <a:pt x="15812" y="54864"/>
                  </a:lnTo>
                  <a:lnTo>
                    <a:pt x="36386" y="24384"/>
                  </a:lnTo>
                  <a:lnTo>
                    <a:pt x="49816" y="24384"/>
                  </a:lnTo>
                  <a:lnTo>
                    <a:pt x="49816" y="78296"/>
                  </a:lnTo>
                  <a:lnTo>
                    <a:pt x="34195" y="78296"/>
                  </a:lnTo>
                  <a:lnTo>
                    <a:pt x="34195" y="47816"/>
                  </a:lnTo>
                  <a:lnTo>
                    <a:pt x="34004" y="47816"/>
                  </a:lnTo>
                  <a:lnTo>
                    <a:pt x="13525" y="78296"/>
                  </a:lnTo>
                  <a:lnTo>
                    <a:pt x="0" y="78296"/>
                  </a:lnTo>
                  <a:lnTo>
                    <a:pt x="0" y="24384"/>
                  </a:lnTo>
                  <a:close/>
                  <a:moveTo>
                    <a:pt x="6477" y="8001"/>
                  </a:moveTo>
                  <a:lnTo>
                    <a:pt x="14573" y="0"/>
                  </a:lnTo>
                  <a:cubicBezTo>
                    <a:pt x="16097" y="2857"/>
                    <a:pt x="19050" y="6858"/>
                    <a:pt x="24098" y="6858"/>
                  </a:cubicBezTo>
                  <a:cubicBezTo>
                    <a:pt x="30480" y="6858"/>
                    <a:pt x="32766" y="2857"/>
                    <a:pt x="34385" y="0"/>
                  </a:cubicBezTo>
                  <a:lnTo>
                    <a:pt x="42100" y="8001"/>
                  </a:lnTo>
                  <a:cubicBezTo>
                    <a:pt x="40100" y="12192"/>
                    <a:pt x="34100" y="18669"/>
                    <a:pt x="24479" y="18669"/>
                  </a:cubicBezTo>
                  <a:cubicBezTo>
                    <a:pt x="14954" y="18669"/>
                    <a:pt x="8954" y="12192"/>
                    <a:pt x="6477" y="800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84" name="Полилиния: фигура 83"/>
            <p:cNvSpPr/>
            <p:nvPr/>
          </p:nvSpPr>
          <p:spPr bwMode="auto">
            <a:xfrm>
              <a:off x="1974238" y="1439166"/>
              <a:ext cx="47625" cy="47625"/>
            </a:xfrm>
            <a:custGeom>
              <a:avLst/>
              <a:gdLst>
                <a:gd name="connsiteX0" fmla="*/ 15812 w 47625"/>
                <a:gd name="connsiteY0" fmla="*/ 13526 h 47625"/>
                <a:gd name="connsiteX1" fmla="*/ 0 w 47625"/>
                <a:gd name="connsiteY1" fmla="*/ 13526 h 47625"/>
                <a:gd name="connsiteX2" fmla="*/ 0 w 47625"/>
                <a:gd name="connsiteY2" fmla="*/ 0 h 47625"/>
                <a:gd name="connsiteX3" fmla="*/ 48482 w 47625"/>
                <a:gd name="connsiteY3" fmla="*/ 0 h 47625"/>
                <a:gd name="connsiteX4" fmla="*/ 43434 w 47625"/>
                <a:gd name="connsiteY4" fmla="*/ 13526 h 47625"/>
                <a:gd name="connsiteX5" fmla="*/ 31337 w 47625"/>
                <a:gd name="connsiteY5" fmla="*/ 13526 h 47625"/>
                <a:gd name="connsiteX6" fmla="*/ 31337 w 47625"/>
                <a:gd name="connsiteY6" fmla="*/ 53912 h 47625"/>
                <a:gd name="connsiteX7" fmla="*/ 15716 w 47625"/>
                <a:gd name="connsiteY7" fmla="*/ 53912 h 47625"/>
                <a:gd name="connsiteX8" fmla="*/ 15716 w 47625"/>
                <a:gd name="connsiteY8" fmla="*/ 13526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625" h="47625" fill="norm" stroke="1" extrusionOk="0">
                  <a:moveTo>
                    <a:pt x="15812" y="13526"/>
                  </a:moveTo>
                  <a:lnTo>
                    <a:pt x="0" y="13526"/>
                  </a:lnTo>
                  <a:lnTo>
                    <a:pt x="0" y="0"/>
                  </a:lnTo>
                  <a:lnTo>
                    <a:pt x="48482" y="0"/>
                  </a:lnTo>
                  <a:lnTo>
                    <a:pt x="43434" y="13526"/>
                  </a:lnTo>
                  <a:lnTo>
                    <a:pt x="31337" y="13526"/>
                  </a:lnTo>
                  <a:lnTo>
                    <a:pt x="31337" y="53912"/>
                  </a:lnTo>
                  <a:lnTo>
                    <a:pt x="15716" y="53912"/>
                  </a:lnTo>
                  <a:lnTo>
                    <a:pt x="15716" y="1352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85" name="Полилиния: фигура 84"/>
            <p:cNvSpPr/>
            <p:nvPr/>
          </p:nvSpPr>
          <p:spPr bwMode="auto">
            <a:xfrm>
              <a:off x="2030340" y="1437832"/>
              <a:ext cx="47625" cy="66675"/>
            </a:xfrm>
            <a:custGeom>
              <a:avLst/>
              <a:gdLst>
                <a:gd name="connsiteX0" fmla="*/ 15621 w 47625"/>
                <a:gd name="connsiteY0" fmla="*/ 75057 h 66675"/>
                <a:gd name="connsiteX1" fmla="*/ 0 w 47625"/>
                <a:gd name="connsiteY1" fmla="*/ 75057 h 66675"/>
                <a:gd name="connsiteX2" fmla="*/ 0 w 47625"/>
                <a:gd name="connsiteY2" fmla="*/ 1333 h 66675"/>
                <a:gd name="connsiteX3" fmla="*/ 15621 w 47625"/>
                <a:gd name="connsiteY3" fmla="*/ 1333 h 66675"/>
                <a:gd name="connsiteX4" fmla="*/ 15621 w 47625"/>
                <a:gd name="connsiteY4" fmla="*/ 6668 h 66675"/>
                <a:gd name="connsiteX5" fmla="*/ 15812 w 47625"/>
                <a:gd name="connsiteY5" fmla="*/ 6668 h 66675"/>
                <a:gd name="connsiteX6" fmla="*/ 30956 w 47625"/>
                <a:gd name="connsiteY6" fmla="*/ 0 h 66675"/>
                <a:gd name="connsiteX7" fmla="*/ 55626 w 47625"/>
                <a:gd name="connsiteY7" fmla="*/ 28099 h 66675"/>
                <a:gd name="connsiteX8" fmla="*/ 30956 w 47625"/>
                <a:gd name="connsiteY8" fmla="*/ 56483 h 66675"/>
                <a:gd name="connsiteX9" fmla="*/ 15812 w 47625"/>
                <a:gd name="connsiteY9" fmla="*/ 49816 h 66675"/>
                <a:gd name="connsiteX10" fmla="*/ 15621 w 47625"/>
                <a:gd name="connsiteY10" fmla="*/ 49816 h 66675"/>
                <a:gd name="connsiteX11" fmla="*/ 15621 w 47625"/>
                <a:gd name="connsiteY11" fmla="*/ 75057 h 66675"/>
                <a:gd name="connsiteX12" fmla="*/ 27242 w 47625"/>
                <a:gd name="connsiteY12" fmla="*/ 42481 h 66675"/>
                <a:gd name="connsiteX13" fmla="*/ 39433 w 47625"/>
                <a:gd name="connsiteY13" fmla="*/ 28099 h 66675"/>
                <a:gd name="connsiteX14" fmla="*/ 27242 w 47625"/>
                <a:gd name="connsiteY14" fmla="*/ 14002 h 66675"/>
                <a:gd name="connsiteX15" fmla="*/ 14954 w 47625"/>
                <a:gd name="connsiteY15" fmla="*/ 28099 h 66675"/>
                <a:gd name="connsiteX16" fmla="*/ 27242 w 47625"/>
                <a:gd name="connsiteY16" fmla="*/ 42481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625" h="66675" fill="norm" stroke="1" extrusionOk="0">
                  <a:moveTo>
                    <a:pt x="15621" y="75057"/>
                  </a:moveTo>
                  <a:lnTo>
                    <a:pt x="0" y="75057"/>
                  </a:lnTo>
                  <a:lnTo>
                    <a:pt x="0" y="1333"/>
                  </a:lnTo>
                  <a:lnTo>
                    <a:pt x="15621" y="1333"/>
                  </a:lnTo>
                  <a:lnTo>
                    <a:pt x="15621" y="6668"/>
                  </a:lnTo>
                  <a:lnTo>
                    <a:pt x="15812" y="6668"/>
                  </a:lnTo>
                  <a:cubicBezTo>
                    <a:pt x="18193" y="3810"/>
                    <a:pt x="22765" y="0"/>
                    <a:pt x="30956" y="0"/>
                  </a:cubicBezTo>
                  <a:cubicBezTo>
                    <a:pt x="45053" y="0"/>
                    <a:pt x="55626" y="11620"/>
                    <a:pt x="55626" y="28099"/>
                  </a:cubicBezTo>
                  <a:cubicBezTo>
                    <a:pt x="55626" y="44672"/>
                    <a:pt x="45053" y="56483"/>
                    <a:pt x="30956" y="56483"/>
                  </a:cubicBezTo>
                  <a:cubicBezTo>
                    <a:pt x="22765" y="56483"/>
                    <a:pt x="18097" y="52768"/>
                    <a:pt x="15812" y="49816"/>
                  </a:cubicBezTo>
                  <a:lnTo>
                    <a:pt x="15621" y="49816"/>
                  </a:lnTo>
                  <a:lnTo>
                    <a:pt x="15621" y="75057"/>
                  </a:lnTo>
                  <a:close/>
                  <a:moveTo>
                    <a:pt x="27242" y="42481"/>
                  </a:moveTo>
                  <a:cubicBezTo>
                    <a:pt x="34385" y="42481"/>
                    <a:pt x="39433" y="36385"/>
                    <a:pt x="39433" y="28099"/>
                  </a:cubicBezTo>
                  <a:cubicBezTo>
                    <a:pt x="39433" y="20193"/>
                    <a:pt x="34385" y="14002"/>
                    <a:pt x="27242" y="14002"/>
                  </a:cubicBezTo>
                  <a:cubicBezTo>
                    <a:pt x="20098" y="14002"/>
                    <a:pt x="14954" y="20193"/>
                    <a:pt x="14954" y="28099"/>
                  </a:cubicBezTo>
                  <a:cubicBezTo>
                    <a:pt x="14954" y="36385"/>
                    <a:pt x="20098" y="42481"/>
                    <a:pt x="27242" y="4248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86" name="Полилиния: фигура 85"/>
            <p:cNvSpPr/>
            <p:nvPr/>
          </p:nvSpPr>
          <p:spPr bwMode="auto">
            <a:xfrm>
              <a:off x="2093491" y="1437737"/>
              <a:ext cx="47625" cy="47625"/>
            </a:xfrm>
            <a:custGeom>
              <a:avLst/>
              <a:gdLst>
                <a:gd name="connsiteX0" fmla="*/ 0 w 47625"/>
                <a:gd name="connsiteY0" fmla="*/ 38481 h 47625"/>
                <a:gd name="connsiteX1" fmla="*/ 23813 w 47625"/>
                <a:gd name="connsiteY1" fmla="*/ 20860 h 47625"/>
                <a:gd name="connsiteX2" fmla="*/ 32861 w 47625"/>
                <a:gd name="connsiteY2" fmla="*/ 21431 h 47625"/>
                <a:gd name="connsiteX3" fmla="*/ 32861 w 47625"/>
                <a:gd name="connsiteY3" fmla="*/ 20669 h 47625"/>
                <a:gd name="connsiteX4" fmla="*/ 24193 w 47625"/>
                <a:gd name="connsiteY4" fmla="*/ 13811 h 47625"/>
                <a:gd name="connsiteX5" fmla="*/ 11621 w 47625"/>
                <a:gd name="connsiteY5" fmla="*/ 17717 h 47625"/>
                <a:gd name="connsiteX6" fmla="*/ 2476 w 47625"/>
                <a:gd name="connsiteY6" fmla="*/ 8382 h 47625"/>
                <a:gd name="connsiteX7" fmla="*/ 24955 w 47625"/>
                <a:gd name="connsiteY7" fmla="*/ 0 h 47625"/>
                <a:gd name="connsiteX8" fmla="*/ 48577 w 47625"/>
                <a:gd name="connsiteY8" fmla="*/ 20955 h 47625"/>
                <a:gd name="connsiteX9" fmla="*/ 48577 w 47625"/>
                <a:gd name="connsiteY9" fmla="*/ 55245 h 47625"/>
                <a:gd name="connsiteX10" fmla="*/ 33147 w 47625"/>
                <a:gd name="connsiteY10" fmla="*/ 55245 h 47625"/>
                <a:gd name="connsiteX11" fmla="*/ 33147 w 47625"/>
                <a:gd name="connsiteY11" fmla="*/ 49816 h 47625"/>
                <a:gd name="connsiteX12" fmla="*/ 32956 w 47625"/>
                <a:gd name="connsiteY12" fmla="*/ 49816 h 47625"/>
                <a:gd name="connsiteX13" fmla="*/ 18383 w 47625"/>
                <a:gd name="connsiteY13" fmla="*/ 56579 h 47625"/>
                <a:gd name="connsiteX14" fmla="*/ 0 w 47625"/>
                <a:gd name="connsiteY14" fmla="*/ 38481 h 47625"/>
                <a:gd name="connsiteX15" fmla="*/ 32956 w 47625"/>
                <a:gd name="connsiteY15" fmla="*/ 34766 h 47625"/>
                <a:gd name="connsiteX16" fmla="*/ 32956 w 47625"/>
                <a:gd name="connsiteY16" fmla="*/ 32957 h 47625"/>
                <a:gd name="connsiteX17" fmla="*/ 26098 w 47625"/>
                <a:gd name="connsiteY17" fmla="*/ 32194 h 47625"/>
                <a:gd name="connsiteX18" fmla="*/ 15811 w 47625"/>
                <a:gd name="connsiteY18" fmla="*/ 38386 h 47625"/>
                <a:gd name="connsiteX19" fmla="*/ 23336 w 47625"/>
                <a:gd name="connsiteY19" fmla="*/ 44482 h 47625"/>
                <a:gd name="connsiteX20" fmla="*/ 32956 w 47625"/>
                <a:gd name="connsiteY20" fmla="*/ 34766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7625" h="47625" fill="norm" stroke="1" extrusionOk="0">
                  <a:moveTo>
                    <a:pt x="0" y="38481"/>
                  </a:moveTo>
                  <a:cubicBezTo>
                    <a:pt x="0" y="29908"/>
                    <a:pt x="7144" y="20860"/>
                    <a:pt x="23813" y="20860"/>
                  </a:cubicBezTo>
                  <a:cubicBezTo>
                    <a:pt x="26194" y="20860"/>
                    <a:pt x="30004" y="20955"/>
                    <a:pt x="32861" y="21431"/>
                  </a:cubicBezTo>
                  <a:lnTo>
                    <a:pt x="32861" y="20669"/>
                  </a:lnTo>
                  <a:cubicBezTo>
                    <a:pt x="32861" y="15621"/>
                    <a:pt x="28765" y="13811"/>
                    <a:pt x="24193" y="13811"/>
                  </a:cubicBezTo>
                  <a:cubicBezTo>
                    <a:pt x="20098" y="13811"/>
                    <a:pt x="15621" y="15049"/>
                    <a:pt x="11621" y="17717"/>
                  </a:cubicBezTo>
                  <a:lnTo>
                    <a:pt x="2476" y="8382"/>
                  </a:lnTo>
                  <a:cubicBezTo>
                    <a:pt x="8668" y="2572"/>
                    <a:pt x="17621" y="0"/>
                    <a:pt x="24955" y="0"/>
                  </a:cubicBezTo>
                  <a:cubicBezTo>
                    <a:pt x="39052" y="0"/>
                    <a:pt x="48577" y="8001"/>
                    <a:pt x="48577" y="20955"/>
                  </a:cubicBezTo>
                  <a:lnTo>
                    <a:pt x="48577" y="55245"/>
                  </a:lnTo>
                  <a:lnTo>
                    <a:pt x="33147" y="55245"/>
                  </a:lnTo>
                  <a:lnTo>
                    <a:pt x="33147" y="49816"/>
                  </a:lnTo>
                  <a:lnTo>
                    <a:pt x="32956" y="49816"/>
                  </a:lnTo>
                  <a:cubicBezTo>
                    <a:pt x="30194" y="54483"/>
                    <a:pt x="25146" y="56579"/>
                    <a:pt x="18383" y="56579"/>
                  </a:cubicBezTo>
                  <a:cubicBezTo>
                    <a:pt x="7810" y="56674"/>
                    <a:pt x="0" y="48863"/>
                    <a:pt x="0" y="38481"/>
                  </a:cubicBezTo>
                  <a:close/>
                  <a:moveTo>
                    <a:pt x="32956" y="34766"/>
                  </a:moveTo>
                  <a:lnTo>
                    <a:pt x="32956" y="32957"/>
                  </a:lnTo>
                  <a:cubicBezTo>
                    <a:pt x="30861" y="32576"/>
                    <a:pt x="28289" y="32194"/>
                    <a:pt x="26098" y="32194"/>
                  </a:cubicBezTo>
                  <a:cubicBezTo>
                    <a:pt x="18955" y="32194"/>
                    <a:pt x="15907" y="34766"/>
                    <a:pt x="15811" y="38386"/>
                  </a:cubicBezTo>
                  <a:cubicBezTo>
                    <a:pt x="15716" y="42005"/>
                    <a:pt x="18479" y="44577"/>
                    <a:pt x="23336" y="44482"/>
                  </a:cubicBezTo>
                  <a:cubicBezTo>
                    <a:pt x="27813" y="44387"/>
                    <a:pt x="32956" y="41529"/>
                    <a:pt x="32956" y="3476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87" name="Полилиния: фигура 86"/>
            <p:cNvSpPr/>
            <p:nvPr/>
          </p:nvSpPr>
          <p:spPr bwMode="auto">
            <a:xfrm>
              <a:off x="2156261" y="1439166"/>
              <a:ext cx="47625" cy="47625"/>
            </a:xfrm>
            <a:custGeom>
              <a:avLst/>
              <a:gdLst>
                <a:gd name="connsiteX0" fmla="*/ 0 w 47625"/>
                <a:gd name="connsiteY0" fmla="*/ 0 h 47625"/>
                <a:gd name="connsiteX1" fmla="*/ 15621 w 47625"/>
                <a:gd name="connsiteY1" fmla="*/ 0 h 47625"/>
                <a:gd name="connsiteX2" fmla="*/ 15621 w 47625"/>
                <a:gd name="connsiteY2" fmla="*/ 19907 h 47625"/>
                <a:gd name="connsiteX3" fmla="*/ 33242 w 47625"/>
                <a:gd name="connsiteY3" fmla="*/ 19907 h 47625"/>
                <a:gd name="connsiteX4" fmla="*/ 33242 w 47625"/>
                <a:gd name="connsiteY4" fmla="*/ 0 h 47625"/>
                <a:gd name="connsiteX5" fmla="*/ 48863 w 47625"/>
                <a:gd name="connsiteY5" fmla="*/ 0 h 47625"/>
                <a:gd name="connsiteX6" fmla="*/ 48863 w 47625"/>
                <a:gd name="connsiteY6" fmla="*/ 53912 h 47625"/>
                <a:gd name="connsiteX7" fmla="*/ 33242 w 47625"/>
                <a:gd name="connsiteY7" fmla="*/ 53912 h 47625"/>
                <a:gd name="connsiteX8" fmla="*/ 33242 w 47625"/>
                <a:gd name="connsiteY8" fmla="*/ 33528 h 47625"/>
                <a:gd name="connsiteX9" fmla="*/ 15621 w 47625"/>
                <a:gd name="connsiteY9" fmla="*/ 33528 h 47625"/>
                <a:gd name="connsiteX10" fmla="*/ 15621 w 47625"/>
                <a:gd name="connsiteY10" fmla="*/ 53912 h 47625"/>
                <a:gd name="connsiteX11" fmla="*/ 0 w 47625"/>
                <a:gd name="connsiteY11" fmla="*/ 53912 h 47625"/>
                <a:gd name="connsiteX12" fmla="*/ 0 w 47625"/>
                <a:gd name="connsiteY12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 fill="norm" stroke="1" extrusionOk="0">
                  <a:moveTo>
                    <a:pt x="0" y="0"/>
                  </a:moveTo>
                  <a:lnTo>
                    <a:pt x="15621" y="0"/>
                  </a:lnTo>
                  <a:lnTo>
                    <a:pt x="15621" y="19907"/>
                  </a:lnTo>
                  <a:lnTo>
                    <a:pt x="33242" y="19907"/>
                  </a:lnTo>
                  <a:lnTo>
                    <a:pt x="33242" y="0"/>
                  </a:lnTo>
                  <a:lnTo>
                    <a:pt x="48863" y="0"/>
                  </a:lnTo>
                  <a:lnTo>
                    <a:pt x="48863" y="53912"/>
                  </a:lnTo>
                  <a:lnTo>
                    <a:pt x="33242" y="53912"/>
                  </a:lnTo>
                  <a:lnTo>
                    <a:pt x="33242" y="33528"/>
                  </a:lnTo>
                  <a:lnTo>
                    <a:pt x="15621" y="33528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88" name="Полилиния: фигура 87"/>
            <p:cNvSpPr/>
            <p:nvPr/>
          </p:nvSpPr>
          <p:spPr bwMode="auto">
            <a:xfrm>
              <a:off x="2216554" y="1437832"/>
              <a:ext cx="38100" cy="47625"/>
            </a:xfrm>
            <a:custGeom>
              <a:avLst/>
              <a:gdLst>
                <a:gd name="connsiteX0" fmla="*/ 0 w 38100"/>
                <a:gd name="connsiteY0" fmla="*/ 28099 h 47625"/>
                <a:gd name="connsiteX1" fmla="*/ 26670 w 38100"/>
                <a:gd name="connsiteY1" fmla="*/ 0 h 47625"/>
                <a:gd name="connsiteX2" fmla="*/ 47149 w 38100"/>
                <a:gd name="connsiteY2" fmla="*/ 7525 h 47625"/>
                <a:gd name="connsiteX3" fmla="*/ 37243 w 38100"/>
                <a:gd name="connsiteY3" fmla="*/ 17335 h 47625"/>
                <a:gd name="connsiteX4" fmla="*/ 27622 w 38100"/>
                <a:gd name="connsiteY4" fmla="*/ 13811 h 47625"/>
                <a:gd name="connsiteX5" fmla="*/ 16288 w 38100"/>
                <a:gd name="connsiteY5" fmla="*/ 28099 h 47625"/>
                <a:gd name="connsiteX6" fmla="*/ 27622 w 38100"/>
                <a:gd name="connsiteY6" fmla="*/ 42672 h 47625"/>
                <a:gd name="connsiteX7" fmla="*/ 37243 w 38100"/>
                <a:gd name="connsiteY7" fmla="*/ 39243 h 47625"/>
                <a:gd name="connsiteX8" fmla="*/ 47149 w 38100"/>
                <a:gd name="connsiteY8" fmla="*/ 49054 h 47625"/>
                <a:gd name="connsiteX9" fmla="*/ 26670 w 38100"/>
                <a:gd name="connsiteY9" fmla="*/ 56579 h 47625"/>
                <a:gd name="connsiteX10" fmla="*/ 0 w 38100"/>
                <a:gd name="connsiteY10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0" h="47625" fill="norm" stroke="1" extrusionOk="0">
                  <a:moveTo>
                    <a:pt x="0" y="28099"/>
                  </a:moveTo>
                  <a:cubicBezTo>
                    <a:pt x="0" y="11620"/>
                    <a:pt x="10573" y="0"/>
                    <a:pt x="26670" y="0"/>
                  </a:cubicBezTo>
                  <a:cubicBezTo>
                    <a:pt x="33433" y="0"/>
                    <a:pt x="40958" y="1429"/>
                    <a:pt x="47149" y="7525"/>
                  </a:cubicBezTo>
                  <a:lnTo>
                    <a:pt x="37243" y="17335"/>
                  </a:lnTo>
                  <a:cubicBezTo>
                    <a:pt x="34766" y="14764"/>
                    <a:pt x="31337" y="13811"/>
                    <a:pt x="27622" y="13811"/>
                  </a:cubicBezTo>
                  <a:cubicBezTo>
                    <a:pt x="20574" y="13811"/>
                    <a:pt x="16288" y="19812"/>
                    <a:pt x="16288" y="28099"/>
                  </a:cubicBezTo>
                  <a:cubicBezTo>
                    <a:pt x="16288" y="36385"/>
                    <a:pt x="20574" y="42672"/>
                    <a:pt x="27622" y="42672"/>
                  </a:cubicBezTo>
                  <a:cubicBezTo>
                    <a:pt x="31337" y="42672"/>
                    <a:pt x="34766" y="41719"/>
                    <a:pt x="37243" y="39243"/>
                  </a:cubicBezTo>
                  <a:lnTo>
                    <a:pt x="47149" y="49054"/>
                  </a:lnTo>
                  <a:cubicBezTo>
                    <a:pt x="40958" y="55150"/>
                    <a:pt x="33338" y="56579"/>
                    <a:pt x="26670" y="56579"/>
                  </a:cubicBezTo>
                  <a:cubicBezTo>
                    <a:pt x="10573" y="56579"/>
                    <a:pt x="0" y="44863"/>
                    <a:pt x="0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89" name="Полилиния: фигура 88"/>
            <p:cNvSpPr/>
            <p:nvPr/>
          </p:nvSpPr>
          <p:spPr bwMode="auto">
            <a:xfrm>
              <a:off x="2273037" y="1439166"/>
              <a:ext cx="38100" cy="47625"/>
            </a:xfrm>
            <a:custGeom>
              <a:avLst/>
              <a:gdLst>
                <a:gd name="connsiteX0" fmla="*/ 95 w 38100"/>
                <a:gd name="connsiteY0" fmla="*/ 0 h 47625"/>
                <a:gd name="connsiteX1" fmla="*/ 47054 w 38100"/>
                <a:gd name="connsiteY1" fmla="*/ 0 h 47625"/>
                <a:gd name="connsiteX2" fmla="*/ 47054 w 38100"/>
                <a:gd name="connsiteY2" fmla="*/ 53912 h 47625"/>
                <a:gd name="connsiteX3" fmla="*/ 31433 w 38100"/>
                <a:gd name="connsiteY3" fmla="*/ 53912 h 47625"/>
                <a:gd name="connsiteX4" fmla="*/ 31433 w 38100"/>
                <a:gd name="connsiteY4" fmla="*/ 13526 h 47625"/>
                <a:gd name="connsiteX5" fmla="*/ 15621 w 38100"/>
                <a:gd name="connsiteY5" fmla="*/ 13526 h 47625"/>
                <a:gd name="connsiteX6" fmla="*/ 15621 w 38100"/>
                <a:gd name="connsiteY6" fmla="*/ 53912 h 47625"/>
                <a:gd name="connsiteX7" fmla="*/ 0 w 38100"/>
                <a:gd name="connsiteY7" fmla="*/ 53912 h 47625"/>
                <a:gd name="connsiteX8" fmla="*/ 0 w 38100"/>
                <a:gd name="connsiteY8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100" h="47625" fill="norm" stroke="1" extrusionOk="0">
                  <a:moveTo>
                    <a:pt x="95" y="0"/>
                  </a:moveTo>
                  <a:lnTo>
                    <a:pt x="47054" y="0"/>
                  </a:lnTo>
                  <a:lnTo>
                    <a:pt x="47054" y="53912"/>
                  </a:lnTo>
                  <a:lnTo>
                    <a:pt x="31433" y="53912"/>
                  </a:lnTo>
                  <a:lnTo>
                    <a:pt x="31433" y="13526"/>
                  </a:lnTo>
                  <a:lnTo>
                    <a:pt x="15621" y="13526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90" name="Полилиния: фигура 89"/>
            <p:cNvSpPr/>
            <p:nvPr/>
          </p:nvSpPr>
          <p:spPr bwMode="auto">
            <a:xfrm>
              <a:off x="2331426" y="1437832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2 w 47625"/>
                <a:gd name="connsiteY1" fmla="*/ 0 h 47625"/>
                <a:gd name="connsiteX2" fmla="*/ 55150 w 47625"/>
                <a:gd name="connsiteY2" fmla="*/ 28099 h 47625"/>
                <a:gd name="connsiteX3" fmla="*/ 27622 w 47625"/>
                <a:gd name="connsiteY3" fmla="*/ 56483 h 47625"/>
                <a:gd name="connsiteX4" fmla="*/ 0 w 47625"/>
                <a:gd name="connsiteY4" fmla="*/ 28099 h 47625"/>
                <a:gd name="connsiteX5" fmla="*/ 38957 w 47625"/>
                <a:gd name="connsiteY5" fmla="*/ 28099 h 47625"/>
                <a:gd name="connsiteX6" fmla="*/ 27622 w 47625"/>
                <a:gd name="connsiteY6" fmla="*/ 13906 h 47625"/>
                <a:gd name="connsiteX7" fmla="*/ 16192 w 47625"/>
                <a:gd name="connsiteY7" fmla="*/ 28099 h 47625"/>
                <a:gd name="connsiteX8" fmla="*/ 27622 w 47625"/>
                <a:gd name="connsiteY8" fmla="*/ 42672 h 47625"/>
                <a:gd name="connsiteX9" fmla="*/ 38957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 fill="norm" stroke="1" extrusionOk="0">
                  <a:moveTo>
                    <a:pt x="0" y="28099"/>
                  </a:moveTo>
                  <a:cubicBezTo>
                    <a:pt x="0" y="11620"/>
                    <a:pt x="11335" y="0"/>
                    <a:pt x="27622" y="0"/>
                  </a:cubicBezTo>
                  <a:cubicBezTo>
                    <a:pt x="43720" y="0"/>
                    <a:pt x="55150" y="11620"/>
                    <a:pt x="55150" y="28099"/>
                  </a:cubicBezTo>
                  <a:cubicBezTo>
                    <a:pt x="55150" y="44863"/>
                    <a:pt x="43720" y="56483"/>
                    <a:pt x="27622" y="56483"/>
                  </a:cubicBezTo>
                  <a:cubicBezTo>
                    <a:pt x="11335" y="56579"/>
                    <a:pt x="0" y="44863"/>
                    <a:pt x="0" y="28099"/>
                  </a:cubicBezTo>
                  <a:close/>
                  <a:moveTo>
                    <a:pt x="38957" y="28099"/>
                  </a:moveTo>
                  <a:cubicBezTo>
                    <a:pt x="38957" y="19717"/>
                    <a:pt x="34671" y="13906"/>
                    <a:pt x="27622" y="13906"/>
                  </a:cubicBezTo>
                  <a:cubicBezTo>
                    <a:pt x="20574" y="13906"/>
                    <a:pt x="16192" y="19812"/>
                    <a:pt x="16192" y="28099"/>
                  </a:cubicBezTo>
                  <a:cubicBezTo>
                    <a:pt x="16192" y="36195"/>
                    <a:pt x="20574" y="42672"/>
                    <a:pt x="27622" y="42672"/>
                  </a:cubicBezTo>
                  <a:cubicBezTo>
                    <a:pt x="34671" y="42672"/>
                    <a:pt x="38957" y="36195"/>
                    <a:pt x="38957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91" name="Полилиния: фигура 90"/>
            <p:cNvSpPr/>
            <p:nvPr/>
          </p:nvSpPr>
          <p:spPr bwMode="auto">
            <a:xfrm>
              <a:off x="2398101" y="1437832"/>
              <a:ext cx="47625" cy="66675"/>
            </a:xfrm>
            <a:custGeom>
              <a:avLst/>
              <a:gdLst>
                <a:gd name="connsiteX0" fmla="*/ 15621 w 47625"/>
                <a:gd name="connsiteY0" fmla="*/ 75057 h 66675"/>
                <a:gd name="connsiteX1" fmla="*/ 0 w 47625"/>
                <a:gd name="connsiteY1" fmla="*/ 75057 h 66675"/>
                <a:gd name="connsiteX2" fmla="*/ 0 w 47625"/>
                <a:gd name="connsiteY2" fmla="*/ 1333 h 66675"/>
                <a:gd name="connsiteX3" fmla="*/ 15621 w 47625"/>
                <a:gd name="connsiteY3" fmla="*/ 1333 h 66675"/>
                <a:gd name="connsiteX4" fmla="*/ 15621 w 47625"/>
                <a:gd name="connsiteY4" fmla="*/ 6668 h 66675"/>
                <a:gd name="connsiteX5" fmla="*/ 15812 w 47625"/>
                <a:gd name="connsiteY5" fmla="*/ 6668 h 66675"/>
                <a:gd name="connsiteX6" fmla="*/ 30956 w 47625"/>
                <a:gd name="connsiteY6" fmla="*/ 0 h 66675"/>
                <a:gd name="connsiteX7" fmla="*/ 55626 w 47625"/>
                <a:gd name="connsiteY7" fmla="*/ 28099 h 66675"/>
                <a:gd name="connsiteX8" fmla="*/ 30956 w 47625"/>
                <a:gd name="connsiteY8" fmla="*/ 56483 h 66675"/>
                <a:gd name="connsiteX9" fmla="*/ 15812 w 47625"/>
                <a:gd name="connsiteY9" fmla="*/ 49816 h 66675"/>
                <a:gd name="connsiteX10" fmla="*/ 15621 w 47625"/>
                <a:gd name="connsiteY10" fmla="*/ 49816 h 66675"/>
                <a:gd name="connsiteX11" fmla="*/ 15621 w 47625"/>
                <a:gd name="connsiteY11" fmla="*/ 75057 h 66675"/>
                <a:gd name="connsiteX12" fmla="*/ 27242 w 47625"/>
                <a:gd name="connsiteY12" fmla="*/ 42481 h 66675"/>
                <a:gd name="connsiteX13" fmla="*/ 39433 w 47625"/>
                <a:gd name="connsiteY13" fmla="*/ 28099 h 66675"/>
                <a:gd name="connsiteX14" fmla="*/ 27242 w 47625"/>
                <a:gd name="connsiteY14" fmla="*/ 14002 h 66675"/>
                <a:gd name="connsiteX15" fmla="*/ 14954 w 47625"/>
                <a:gd name="connsiteY15" fmla="*/ 28099 h 66675"/>
                <a:gd name="connsiteX16" fmla="*/ 27242 w 47625"/>
                <a:gd name="connsiteY16" fmla="*/ 42481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625" h="66675" fill="norm" stroke="1" extrusionOk="0">
                  <a:moveTo>
                    <a:pt x="15621" y="75057"/>
                  </a:moveTo>
                  <a:lnTo>
                    <a:pt x="0" y="75057"/>
                  </a:lnTo>
                  <a:lnTo>
                    <a:pt x="0" y="1333"/>
                  </a:lnTo>
                  <a:lnTo>
                    <a:pt x="15621" y="1333"/>
                  </a:lnTo>
                  <a:lnTo>
                    <a:pt x="15621" y="6668"/>
                  </a:lnTo>
                  <a:lnTo>
                    <a:pt x="15812" y="6668"/>
                  </a:lnTo>
                  <a:cubicBezTo>
                    <a:pt x="18193" y="3810"/>
                    <a:pt x="22765" y="0"/>
                    <a:pt x="30956" y="0"/>
                  </a:cubicBezTo>
                  <a:cubicBezTo>
                    <a:pt x="45053" y="0"/>
                    <a:pt x="55626" y="11620"/>
                    <a:pt x="55626" y="28099"/>
                  </a:cubicBezTo>
                  <a:cubicBezTo>
                    <a:pt x="55626" y="44672"/>
                    <a:pt x="45053" y="56483"/>
                    <a:pt x="30956" y="56483"/>
                  </a:cubicBezTo>
                  <a:cubicBezTo>
                    <a:pt x="22765" y="56483"/>
                    <a:pt x="18097" y="52768"/>
                    <a:pt x="15812" y="49816"/>
                  </a:cubicBezTo>
                  <a:lnTo>
                    <a:pt x="15621" y="49816"/>
                  </a:lnTo>
                  <a:lnTo>
                    <a:pt x="15621" y="75057"/>
                  </a:lnTo>
                  <a:close/>
                  <a:moveTo>
                    <a:pt x="27242" y="42481"/>
                  </a:moveTo>
                  <a:cubicBezTo>
                    <a:pt x="34385" y="42481"/>
                    <a:pt x="39433" y="36385"/>
                    <a:pt x="39433" y="28099"/>
                  </a:cubicBezTo>
                  <a:cubicBezTo>
                    <a:pt x="39433" y="20193"/>
                    <a:pt x="34385" y="14002"/>
                    <a:pt x="27242" y="14002"/>
                  </a:cubicBezTo>
                  <a:cubicBezTo>
                    <a:pt x="20098" y="14002"/>
                    <a:pt x="14954" y="20193"/>
                    <a:pt x="14954" y="28099"/>
                  </a:cubicBezTo>
                  <a:cubicBezTo>
                    <a:pt x="14954" y="36385"/>
                    <a:pt x="20098" y="42481"/>
                    <a:pt x="27242" y="4248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92" name="Полилиния: фигура 91"/>
            <p:cNvSpPr/>
            <p:nvPr/>
          </p:nvSpPr>
          <p:spPr bwMode="auto">
            <a:xfrm>
              <a:off x="2459822" y="1439166"/>
              <a:ext cx="47625" cy="47625"/>
            </a:xfrm>
            <a:custGeom>
              <a:avLst/>
              <a:gdLst>
                <a:gd name="connsiteX0" fmla="*/ 15812 w 47625"/>
                <a:gd name="connsiteY0" fmla="*/ 13526 h 47625"/>
                <a:gd name="connsiteX1" fmla="*/ 0 w 47625"/>
                <a:gd name="connsiteY1" fmla="*/ 13526 h 47625"/>
                <a:gd name="connsiteX2" fmla="*/ 0 w 47625"/>
                <a:gd name="connsiteY2" fmla="*/ 0 h 47625"/>
                <a:gd name="connsiteX3" fmla="*/ 48482 w 47625"/>
                <a:gd name="connsiteY3" fmla="*/ 0 h 47625"/>
                <a:gd name="connsiteX4" fmla="*/ 43434 w 47625"/>
                <a:gd name="connsiteY4" fmla="*/ 13526 h 47625"/>
                <a:gd name="connsiteX5" fmla="*/ 31337 w 47625"/>
                <a:gd name="connsiteY5" fmla="*/ 13526 h 47625"/>
                <a:gd name="connsiteX6" fmla="*/ 31337 w 47625"/>
                <a:gd name="connsiteY6" fmla="*/ 53912 h 47625"/>
                <a:gd name="connsiteX7" fmla="*/ 15812 w 47625"/>
                <a:gd name="connsiteY7" fmla="*/ 53912 h 47625"/>
                <a:gd name="connsiteX8" fmla="*/ 15812 w 47625"/>
                <a:gd name="connsiteY8" fmla="*/ 13526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625" h="47625" fill="norm" stroke="1" extrusionOk="0">
                  <a:moveTo>
                    <a:pt x="15812" y="13526"/>
                  </a:moveTo>
                  <a:lnTo>
                    <a:pt x="0" y="13526"/>
                  </a:lnTo>
                  <a:lnTo>
                    <a:pt x="0" y="0"/>
                  </a:lnTo>
                  <a:lnTo>
                    <a:pt x="48482" y="0"/>
                  </a:lnTo>
                  <a:lnTo>
                    <a:pt x="43434" y="13526"/>
                  </a:lnTo>
                  <a:lnTo>
                    <a:pt x="31337" y="13526"/>
                  </a:lnTo>
                  <a:lnTo>
                    <a:pt x="31337" y="53912"/>
                  </a:lnTo>
                  <a:lnTo>
                    <a:pt x="15812" y="53912"/>
                  </a:lnTo>
                  <a:lnTo>
                    <a:pt x="15812" y="1352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396440607" name="Московский метрополитен" hidden="1"/>
          <p:cNvGrpSpPr>
            <a:grpSpLocks noChangeAspect="1"/>
          </p:cNvGrpSpPr>
          <p:nvPr userDrawn="1"/>
        </p:nvGrpSpPr>
        <p:grpSpPr bwMode="auto">
          <a:xfrm>
            <a:off x="1254294" y="6389960"/>
            <a:ext cx="920178" cy="319479"/>
            <a:chOff x="4475539" y="1199387"/>
            <a:chExt cx="1152240" cy="400050"/>
          </a:xfrm>
          <a:solidFill>
            <a:srgbClr val="E4000D"/>
          </a:solidFill>
        </p:grpSpPr>
        <p:sp>
          <p:nvSpPr>
            <p:cNvPr id="94" name="Полилиния: фигура 93"/>
            <p:cNvSpPr/>
            <p:nvPr/>
          </p:nvSpPr>
          <p:spPr bwMode="auto">
            <a:xfrm>
              <a:off x="4892068" y="1267110"/>
              <a:ext cx="104775" cy="66675"/>
            </a:xfrm>
            <a:custGeom>
              <a:avLst/>
              <a:gdLst>
                <a:gd name="connsiteX0" fmla="*/ 0 w 104775"/>
                <a:gd name="connsiteY0" fmla="*/ 74771 h 66675"/>
                <a:gd name="connsiteX1" fmla="*/ 24574 w 104775"/>
                <a:gd name="connsiteY1" fmla="*/ 0 h 66675"/>
                <a:gd name="connsiteX2" fmla="*/ 37243 w 104775"/>
                <a:gd name="connsiteY2" fmla="*/ 0 h 66675"/>
                <a:gd name="connsiteX3" fmla="*/ 54578 w 104775"/>
                <a:gd name="connsiteY3" fmla="*/ 50673 h 66675"/>
                <a:gd name="connsiteX4" fmla="*/ 54769 w 104775"/>
                <a:gd name="connsiteY4" fmla="*/ 50673 h 66675"/>
                <a:gd name="connsiteX5" fmla="*/ 71818 w 104775"/>
                <a:gd name="connsiteY5" fmla="*/ 0 h 66675"/>
                <a:gd name="connsiteX6" fmla="*/ 84487 w 104775"/>
                <a:gd name="connsiteY6" fmla="*/ 0 h 66675"/>
                <a:gd name="connsiteX7" fmla="*/ 108966 w 104775"/>
                <a:gd name="connsiteY7" fmla="*/ 74771 h 66675"/>
                <a:gd name="connsiteX8" fmla="*/ 90868 w 104775"/>
                <a:gd name="connsiteY8" fmla="*/ 74771 h 66675"/>
                <a:gd name="connsiteX9" fmla="*/ 77724 w 104775"/>
                <a:gd name="connsiteY9" fmla="*/ 31147 h 66675"/>
                <a:gd name="connsiteX10" fmla="*/ 77533 w 104775"/>
                <a:gd name="connsiteY10" fmla="*/ 31147 h 66675"/>
                <a:gd name="connsiteX11" fmla="*/ 61913 w 104775"/>
                <a:gd name="connsiteY11" fmla="*/ 74771 h 66675"/>
                <a:gd name="connsiteX12" fmla="*/ 46863 w 104775"/>
                <a:gd name="connsiteY12" fmla="*/ 74771 h 66675"/>
                <a:gd name="connsiteX13" fmla="*/ 31242 w 104775"/>
                <a:gd name="connsiteY13" fmla="*/ 31147 h 66675"/>
                <a:gd name="connsiteX14" fmla="*/ 31051 w 104775"/>
                <a:gd name="connsiteY14" fmla="*/ 31147 h 66675"/>
                <a:gd name="connsiteX15" fmla="*/ 17907 w 104775"/>
                <a:gd name="connsiteY15" fmla="*/ 74771 h 66675"/>
                <a:gd name="connsiteX16" fmla="*/ 0 w 104775"/>
                <a:gd name="connsiteY16" fmla="*/ 74771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4775" h="66675" fill="norm" stroke="1" extrusionOk="0">
                  <a:moveTo>
                    <a:pt x="0" y="74771"/>
                  </a:moveTo>
                  <a:lnTo>
                    <a:pt x="24574" y="0"/>
                  </a:lnTo>
                  <a:lnTo>
                    <a:pt x="37243" y="0"/>
                  </a:lnTo>
                  <a:lnTo>
                    <a:pt x="54578" y="50673"/>
                  </a:lnTo>
                  <a:lnTo>
                    <a:pt x="54769" y="50673"/>
                  </a:lnTo>
                  <a:lnTo>
                    <a:pt x="71818" y="0"/>
                  </a:lnTo>
                  <a:lnTo>
                    <a:pt x="84487" y="0"/>
                  </a:lnTo>
                  <a:lnTo>
                    <a:pt x="108966" y="74771"/>
                  </a:lnTo>
                  <a:lnTo>
                    <a:pt x="90868" y="74771"/>
                  </a:lnTo>
                  <a:lnTo>
                    <a:pt x="77724" y="31147"/>
                  </a:lnTo>
                  <a:lnTo>
                    <a:pt x="77533" y="31147"/>
                  </a:lnTo>
                  <a:lnTo>
                    <a:pt x="61913" y="74771"/>
                  </a:lnTo>
                  <a:lnTo>
                    <a:pt x="46863" y="74771"/>
                  </a:lnTo>
                  <a:lnTo>
                    <a:pt x="31242" y="31147"/>
                  </a:lnTo>
                  <a:lnTo>
                    <a:pt x="31051" y="31147"/>
                  </a:lnTo>
                  <a:lnTo>
                    <a:pt x="17907" y="74771"/>
                  </a:lnTo>
                  <a:lnTo>
                    <a:pt x="0" y="7477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95" name="Полилиния: фигура 94"/>
            <p:cNvSpPr/>
            <p:nvPr/>
          </p:nvSpPr>
          <p:spPr bwMode="auto">
            <a:xfrm>
              <a:off x="5005796" y="1286636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3 w 47625"/>
                <a:gd name="connsiteY1" fmla="*/ 0 h 47625"/>
                <a:gd name="connsiteX2" fmla="*/ 55150 w 47625"/>
                <a:gd name="connsiteY2" fmla="*/ 28099 h 47625"/>
                <a:gd name="connsiteX3" fmla="*/ 27623 w 47625"/>
                <a:gd name="connsiteY3" fmla="*/ 56483 h 47625"/>
                <a:gd name="connsiteX4" fmla="*/ 0 w 47625"/>
                <a:gd name="connsiteY4" fmla="*/ 28099 h 47625"/>
                <a:gd name="connsiteX5" fmla="*/ 38957 w 47625"/>
                <a:gd name="connsiteY5" fmla="*/ 28099 h 47625"/>
                <a:gd name="connsiteX6" fmla="*/ 27623 w 47625"/>
                <a:gd name="connsiteY6" fmla="*/ 13907 h 47625"/>
                <a:gd name="connsiteX7" fmla="*/ 16193 w 47625"/>
                <a:gd name="connsiteY7" fmla="*/ 28099 h 47625"/>
                <a:gd name="connsiteX8" fmla="*/ 27623 w 47625"/>
                <a:gd name="connsiteY8" fmla="*/ 42672 h 47625"/>
                <a:gd name="connsiteX9" fmla="*/ 38957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 fill="norm" stroke="1" extrusionOk="0">
                  <a:moveTo>
                    <a:pt x="0" y="28099"/>
                  </a:moveTo>
                  <a:cubicBezTo>
                    <a:pt x="0" y="11621"/>
                    <a:pt x="11335" y="0"/>
                    <a:pt x="27623" y="0"/>
                  </a:cubicBezTo>
                  <a:cubicBezTo>
                    <a:pt x="43720" y="0"/>
                    <a:pt x="55150" y="11621"/>
                    <a:pt x="55150" y="28099"/>
                  </a:cubicBezTo>
                  <a:cubicBezTo>
                    <a:pt x="55150" y="44863"/>
                    <a:pt x="43720" y="56483"/>
                    <a:pt x="27623" y="56483"/>
                  </a:cubicBezTo>
                  <a:cubicBezTo>
                    <a:pt x="11335" y="56483"/>
                    <a:pt x="0" y="44863"/>
                    <a:pt x="0" y="28099"/>
                  </a:cubicBezTo>
                  <a:close/>
                  <a:moveTo>
                    <a:pt x="38957" y="28099"/>
                  </a:moveTo>
                  <a:cubicBezTo>
                    <a:pt x="38957" y="19717"/>
                    <a:pt x="34671" y="13907"/>
                    <a:pt x="27623" y="13907"/>
                  </a:cubicBezTo>
                  <a:cubicBezTo>
                    <a:pt x="20574" y="13907"/>
                    <a:pt x="16193" y="19812"/>
                    <a:pt x="16193" y="28099"/>
                  </a:cubicBezTo>
                  <a:cubicBezTo>
                    <a:pt x="16193" y="36195"/>
                    <a:pt x="20574" y="42672"/>
                    <a:pt x="27623" y="42672"/>
                  </a:cubicBezTo>
                  <a:cubicBezTo>
                    <a:pt x="34671" y="42672"/>
                    <a:pt x="38957" y="36195"/>
                    <a:pt x="38957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96" name="Полилиния: фигура 95"/>
            <p:cNvSpPr/>
            <p:nvPr/>
          </p:nvSpPr>
          <p:spPr bwMode="auto">
            <a:xfrm>
              <a:off x="5068947" y="1286636"/>
              <a:ext cx="38100" cy="47625"/>
            </a:xfrm>
            <a:custGeom>
              <a:avLst/>
              <a:gdLst>
                <a:gd name="connsiteX0" fmla="*/ 0 w 38100"/>
                <a:gd name="connsiteY0" fmla="*/ 28099 h 47625"/>
                <a:gd name="connsiteX1" fmla="*/ 26670 w 38100"/>
                <a:gd name="connsiteY1" fmla="*/ 0 h 47625"/>
                <a:gd name="connsiteX2" fmla="*/ 47149 w 38100"/>
                <a:gd name="connsiteY2" fmla="*/ 7525 h 47625"/>
                <a:gd name="connsiteX3" fmla="*/ 37243 w 38100"/>
                <a:gd name="connsiteY3" fmla="*/ 17335 h 47625"/>
                <a:gd name="connsiteX4" fmla="*/ 27622 w 38100"/>
                <a:gd name="connsiteY4" fmla="*/ 13811 h 47625"/>
                <a:gd name="connsiteX5" fmla="*/ 16288 w 38100"/>
                <a:gd name="connsiteY5" fmla="*/ 28099 h 47625"/>
                <a:gd name="connsiteX6" fmla="*/ 27622 w 38100"/>
                <a:gd name="connsiteY6" fmla="*/ 42672 h 47625"/>
                <a:gd name="connsiteX7" fmla="*/ 37243 w 38100"/>
                <a:gd name="connsiteY7" fmla="*/ 39243 h 47625"/>
                <a:gd name="connsiteX8" fmla="*/ 47149 w 38100"/>
                <a:gd name="connsiteY8" fmla="*/ 49054 h 47625"/>
                <a:gd name="connsiteX9" fmla="*/ 26670 w 38100"/>
                <a:gd name="connsiteY9" fmla="*/ 56579 h 47625"/>
                <a:gd name="connsiteX10" fmla="*/ 0 w 38100"/>
                <a:gd name="connsiteY10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0" h="47625" fill="norm" stroke="1" extrusionOk="0">
                  <a:moveTo>
                    <a:pt x="0" y="28099"/>
                  </a:moveTo>
                  <a:cubicBezTo>
                    <a:pt x="0" y="11621"/>
                    <a:pt x="10573" y="0"/>
                    <a:pt x="26670" y="0"/>
                  </a:cubicBezTo>
                  <a:cubicBezTo>
                    <a:pt x="33433" y="0"/>
                    <a:pt x="40958" y="1429"/>
                    <a:pt x="47149" y="7525"/>
                  </a:cubicBezTo>
                  <a:lnTo>
                    <a:pt x="37243" y="17335"/>
                  </a:lnTo>
                  <a:cubicBezTo>
                    <a:pt x="34766" y="14764"/>
                    <a:pt x="31337" y="13811"/>
                    <a:pt x="27622" y="13811"/>
                  </a:cubicBezTo>
                  <a:cubicBezTo>
                    <a:pt x="20574" y="13811"/>
                    <a:pt x="16288" y="19812"/>
                    <a:pt x="16288" y="28099"/>
                  </a:cubicBezTo>
                  <a:cubicBezTo>
                    <a:pt x="16288" y="36385"/>
                    <a:pt x="20574" y="42672"/>
                    <a:pt x="27622" y="42672"/>
                  </a:cubicBezTo>
                  <a:cubicBezTo>
                    <a:pt x="31337" y="42672"/>
                    <a:pt x="34766" y="41720"/>
                    <a:pt x="37243" y="39243"/>
                  </a:cubicBezTo>
                  <a:lnTo>
                    <a:pt x="47149" y="49054"/>
                  </a:lnTo>
                  <a:cubicBezTo>
                    <a:pt x="40958" y="55150"/>
                    <a:pt x="33338" y="56579"/>
                    <a:pt x="26670" y="56579"/>
                  </a:cubicBezTo>
                  <a:cubicBezTo>
                    <a:pt x="10573" y="56483"/>
                    <a:pt x="0" y="44863"/>
                    <a:pt x="0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97" name="Полилиния: фигура 96"/>
            <p:cNvSpPr/>
            <p:nvPr/>
          </p:nvSpPr>
          <p:spPr bwMode="auto">
            <a:xfrm>
              <a:off x="5125525" y="1287874"/>
              <a:ext cx="47625" cy="47625"/>
            </a:xfrm>
            <a:custGeom>
              <a:avLst/>
              <a:gdLst>
                <a:gd name="connsiteX0" fmla="*/ 95 w 47625"/>
                <a:gd name="connsiteY0" fmla="*/ 0 h 47625"/>
                <a:gd name="connsiteX1" fmla="*/ 15716 w 47625"/>
                <a:gd name="connsiteY1" fmla="*/ 0 h 47625"/>
                <a:gd name="connsiteX2" fmla="*/ 15716 w 47625"/>
                <a:gd name="connsiteY2" fmla="*/ 20384 h 47625"/>
                <a:gd name="connsiteX3" fmla="*/ 18097 w 47625"/>
                <a:gd name="connsiteY3" fmla="*/ 20384 h 47625"/>
                <a:gd name="connsiteX4" fmla="*/ 30766 w 47625"/>
                <a:gd name="connsiteY4" fmla="*/ 0 h 47625"/>
                <a:gd name="connsiteX5" fmla="*/ 48578 w 47625"/>
                <a:gd name="connsiteY5" fmla="*/ 0 h 47625"/>
                <a:gd name="connsiteX6" fmla="*/ 31242 w 47625"/>
                <a:gd name="connsiteY6" fmla="*/ 26670 h 47625"/>
                <a:gd name="connsiteX7" fmla="*/ 50673 w 47625"/>
                <a:gd name="connsiteY7" fmla="*/ 53912 h 47625"/>
                <a:gd name="connsiteX8" fmla="*/ 31623 w 47625"/>
                <a:gd name="connsiteY8" fmla="*/ 53912 h 47625"/>
                <a:gd name="connsiteX9" fmla="*/ 17335 w 47625"/>
                <a:gd name="connsiteY9" fmla="*/ 33433 h 47625"/>
                <a:gd name="connsiteX10" fmla="*/ 15621 w 47625"/>
                <a:gd name="connsiteY10" fmla="*/ 33433 h 47625"/>
                <a:gd name="connsiteX11" fmla="*/ 15621 w 47625"/>
                <a:gd name="connsiteY11" fmla="*/ 53912 h 47625"/>
                <a:gd name="connsiteX12" fmla="*/ 0 w 47625"/>
                <a:gd name="connsiteY12" fmla="*/ 53912 h 47625"/>
                <a:gd name="connsiteX13" fmla="*/ 0 w 47625"/>
                <a:gd name="connsiteY13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" h="47625" fill="norm" stroke="1" extrusionOk="0">
                  <a:moveTo>
                    <a:pt x="95" y="0"/>
                  </a:moveTo>
                  <a:lnTo>
                    <a:pt x="15716" y="0"/>
                  </a:lnTo>
                  <a:lnTo>
                    <a:pt x="15716" y="20384"/>
                  </a:lnTo>
                  <a:lnTo>
                    <a:pt x="18097" y="20384"/>
                  </a:lnTo>
                  <a:lnTo>
                    <a:pt x="30766" y="0"/>
                  </a:lnTo>
                  <a:lnTo>
                    <a:pt x="48578" y="0"/>
                  </a:lnTo>
                  <a:lnTo>
                    <a:pt x="31242" y="26670"/>
                  </a:lnTo>
                  <a:lnTo>
                    <a:pt x="50673" y="53912"/>
                  </a:lnTo>
                  <a:lnTo>
                    <a:pt x="31623" y="53912"/>
                  </a:lnTo>
                  <a:lnTo>
                    <a:pt x="17335" y="33433"/>
                  </a:lnTo>
                  <a:lnTo>
                    <a:pt x="15621" y="33433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98" name="Полилиния: фигура 97"/>
            <p:cNvSpPr/>
            <p:nvPr/>
          </p:nvSpPr>
          <p:spPr bwMode="auto">
            <a:xfrm>
              <a:off x="5180008" y="1286636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2 w 47625"/>
                <a:gd name="connsiteY1" fmla="*/ 0 h 47625"/>
                <a:gd name="connsiteX2" fmla="*/ 55150 w 47625"/>
                <a:gd name="connsiteY2" fmla="*/ 28099 h 47625"/>
                <a:gd name="connsiteX3" fmla="*/ 27622 w 47625"/>
                <a:gd name="connsiteY3" fmla="*/ 56483 h 47625"/>
                <a:gd name="connsiteX4" fmla="*/ 0 w 47625"/>
                <a:gd name="connsiteY4" fmla="*/ 28099 h 47625"/>
                <a:gd name="connsiteX5" fmla="*/ 38957 w 47625"/>
                <a:gd name="connsiteY5" fmla="*/ 28099 h 47625"/>
                <a:gd name="connsiteX6" fmla="*/ 27622 w 47625"/>
                <a:gd name="connsiteY6" fmla="*/ 13907 h 47625"/>
                <a:gd name="connsiteX7" fmla="*/ 16192 w 47625"/>
                <a:gd name="connsiteY7" fmla="*/ 28099 h 47625"/>
                <a:gd name="connsiteX8" fmla="*/ 27622 w 47625"/>
                <a:gd name="connsiteY8" fmla="*/ 42672 h 47625"/>
                <a:gd name="connsiteX9" fmla="*/ 38957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 fill="norm" stroke="1" extrusionOk="0">
                  <a:moveTo>
                    <a:pt x="0" y="28099"/>
                  </a:moveTo>
                  <a:cubicBezTo>
                    <a:pt x="0" y="11621"/>
                    <a:pt x="11335" y="0"/>
                    <a:pt x="27622" y="0"/>
                  </a:cubicBezTo>
                  <a:cubicBezTo>
                    <a:pt x="43720" y="0"/>
                    <a:pt x="55150" y="11621"/>
                    <a:pt x="55150" y="28099"/>
                  </a:cubicBezTo>
                  <a:cubicBezTo>
                    <a:pt x="55150" y="44863"/>
                    <a:pt x="43720" y="56483"/>
                    <a:pt x="27622" y="56483"/>
                  </a:cubicBezTo>
                  <a:cubicBezTo>
                    <a:pt x="11335" y="56483"/>
                    <a:pt x="0" y="44863"/>
                    <a:pt x="0" y="28099"/>
                  </a:cubicBezTo>
                  <a:close/>
                  <a:moveTo>
                    <a:pt x="38957" y="28099"/>
                  </a:moveTo>
                  <a:cubicBezTo>
                    <a:pt x="38957" y="19717"/>
                    <a:pt x="34671" y="13907"/>
                    <a:pt x="27622" y="13907"/>
                  </a:cubicBezTo>
                  <a:cubicBezTo>
                    <a:pt x="20574" y="13907"/>
                    <a:pt x="16192" y="19812"/>
                    <a:pt x="16192" y="28099"/>
                  </a:cubicBezTo>
                  <a:cubicBezTo>
                    <a:pt x="16192" y="36195"/>
                    <a:pt x="20574" y="42672"/>
                    <a:pt x="27622" y="42672"/>
                  </a:cubicBezTo>
                  <a:cubicBezTo>
                    <a:pt x="34671" y="42672"/>
                    <a:pt x="38957" y="36195"/>
                    <a:pt x="38957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99" name="Полилиния: фигура 98"/>
            <p:cNvSpPr/>
            <p:nvPr/>
          </p:nvSpPr>
          <p:spPr bwMode="auto">
            <a:xfrm>
              <a:off x="5246683" y="1287874"/>
              <a:ext cx="47625" cy="47625"/>
            </a:xfrm>
            <a:custGeom>
              <a:avLst/>
              <a:gdLst>
                <a:gd name="connsiteX0" fmla="*/ 0 w 47625"/>
                <a:gd name="connsiteY0" fmla="*/ 54007 h 47625"/>
                <a:gd name="connsiteX1" fmla="*/ 0 w 47625"/>
                <a:gd name="connsiteY1" fmla="*/ 0 h 47625"/>
                <a:gd name="connsiteX2" fmla="*/ 27908 w 47625"/>
                <a:gd name="connsiteY2" fmla="*/ 0 h 47625"/>
                <a:gd name="connsiteX3" fmla="*/ 47625 w 47625"/>
                <a:gd name="connsiteY3" fmla="*/ 14669 h 47625"/>
                <a:gd name="connsiteX4" fmla="*/ 39624 w 47625"/>
                <a:gd name="connsiteY4" fmla="*/ 25051 h 47625"/>
                <a:gd name="connsiteX5" fmla="*/ 39624 w 47625"/>
                <a:gd name="connsiteY5" fmla="*/ 25241 h 47625"/>
                <a:gd name="connsiteX6" fmla="*/ 49911 w 47625"/>
                <a:gd name="connsiteY6" fmla="*/ 38100 h 47625"/>
                <a:gd name="connsiteX7" fmla="*/ 30289 w 47625"/>
                <a:gd name="connsiteY7" fmla="*/ 54007 h 47625"/>
                <a:gd name="connsiteX8" fmla="*/ 0 w 47625"/>
                <a:gd name="connsiteY8" fmla="*/ 54007 h 47625"/>
                <a:gd name="connsiteX9" fmla="*/ 24479 w 47625"/>
                <a:gd name="connsiteY9" fmla="*/ 22384 h 47625"/>
                <a:gd name="connsiteX10" fmla="*/ 31528 w 47625"/>
                <a:gd name="connsiteY10" fmla="*/ 16764 h 47625"/>
                <a:gd name="connsiteX11" fmla="*/ 24479 w 47625"/>
                <a:gd name="connsiteY11" fmla="*/ 11430 h 47625"/>
                <a:gd name="connsiteX12" fmla="*/ 15621 w 47625"/>
                <a:gd name="connsiteY12" fmla="*/ 11430 h 47625"/>
                <a:gd name="connsiteX13" fmla="*/ 15621 w 47625"/>
                <a:gd name="connsiteY13" fmla="*/ 22479 h 47625"/>
                <a:gd name="connsiteX14" fmla="*/ 24479 w 47625"/>
                <a:gd name="connsiteY14" fmla="*/ 22479 h 47625"/>
                <a:gd name="connsiteX15" fmla="*/ 27337 w 47625"/>
                <a:gd name="connsiteY15" fmla="*/ 42672 h 47625"/>
                <a:gd name="connsiteX16" fmla="*/ 33242 w 47625"/>
                <a:gd name="connsiteY16" fmla="*/ 38005 h 47625"/>
                <a:gd name="connsiteX17" fmla="*/ 27337 w 47625"/>
                <a:gd name="connsiteY17" fmla="*/ 32861 h 47625"/>
                <a:gd name="connsiteX18" fmla="*/ 15621 w 47625"/>
                <a:gd name="connsiteY18" fmla="*/ 32861 h 47625"/>
                <a:gd name="connsiteX19" fmla="*/ 15621 w 47625"/>
                <a:gd name="connsiteY19" fmla="*/ 42672 h 47625"/>
                <a:gd name="connsiteX20" fmla="*/ 27337 w 47625"/>
                <a:gd name="connsiteY20" fmla="*/ 42672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7625" h="47625" fill="norm" stroke="1" extrusionOk="0">
                  <a:moveTo>
                    <a:pt x="0" y="54007"/>
                  </a:moveTo>
                  <a:lnTo>
                    <a:pt x="0" y="0"/>
                  </a:lnTo>
                  <a:lnTo>
                    <a:pt x="27908" y="0"/>
                  </a:lnTo>
                  <a:cubicBezTo>
                    <a:pt x="38481" y="0"/>
                    <a:pt x="47625" y="4001"/>
                    <a:pt x="47625" y="14669"/>
                  </a:cubicBezTo>
                  <a:cubicBezTo>
                    <a:pt x="47625" y="19622"/>
                    <a:pt x="43815" y="23813"/>
                    <a:pt x="39624" y="25051"/>
                  </a:cubicBezTo>
                  <a:lnTo>
                    <a:pt x="39624" y="25241"/>
                  </a:lnTo>
                  <a:cubicBezTo>
                    <a:pt x="45910" y="26956"/>
                    <a:pt x="49911" y="31433"/>
                    <a:pt x="49911" y="38100"/>
                  </a:cubicBezTo>
                  <a:cubicBezTo>
                    <a:pt x="49911" y="46006"/>
                    <a:pt x="44005" y="54007"/>
                    <a:pt x="30289" y="54007"/>
                  </a:cubicBezTo>
                  <a:lnTo>
                    <a:pt x="0" y="54007"/>
                  </a:lnTo>
                  <a:close/>
                  <a:moveTo>
                    <a:pt x="24479" y="22384"/>
                  </a:moveTo>
                  <a:cubicBezTo>
                    <a:pt x="28480" y="22384"/>
                    <a:pt x="31528" y="20765"/>
                    <a:pt x="31528" y="16764"/>
                  </a:cubicBezTo>
                  <a:cubicBezTo>
                    <a:pt x="31528" y="12668"/>
                    <a:pt x="28384" y="11430"/>
                    <a:pt x="24479" y="11430"/>
                  </a:cubicBezTo>
                  <a:lnTo>
                    <a:pt x="15621" y="11430"/>
                  </a:lnTo>
                  <a:lnTo>
                    <a:pt x="15621" y="22479"/>
                  </a:lnTo>
                  <a:lnTo>
                    <a:pt x="24479" y="22479"/>
                  </a:lnTo>
                  <a:close/>
                  <a:moveTo>
                    <a:pt x="27337" y="42672"/>
                  </a:moveTo>
                  <a:cubicBezTo>
                    <a:pt x="31718" y="42672"/>
                    <a:pt x="33242" y="40386"/>
                    <a:pt x="33242" y="38005"/>
                  </a:cubicBezTo>
                  <a:cubicBezTo>
                    <a:pt x="33242" y="35433"/>
                    <a:pt x="31718" y="32861"/>
                    <a:pt x="27337" y="32861"/>
                  </a:cubicBezTo>
                  <a:lnTo>
                    <a:pt x="15621" y="32861"/>
                  </a:lnTo>
                  <a:lnTo>
                    <a:pt x="15621" y="42672"/>
                  </a:lnTo>
                  <a:lnTo>
                    <a:pt x="27337" y="426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0" name="Полилиния: фигура 99"/>
            <p:cNvSpPr/>
            <p:nvPr/>
          </p:nvSpPr>
          <p:spPr bwMode="auto">
            <a:xfrm>
              <a:off x="5304405" y="1286636"/>
              <a:ext cx="38100" cy="47625"/>
            </a:xfrm>
            <a:custGeom>
              <a:avLst/>
              <a:gdLst>
                <a:gd name="connsiteX0" fmla="*/ 0 w 38100"/>
                <a:gd name="connsiteY0" fmla="*/ 28099 h 47625"/>
                <a:gd name="connsiteX1" fmla="*/ 26670 w 38100"/>
                <a:gd name="connsiteY1" fmla="*/ 0 h 47625"/>
                <a:gd name="connsiteX2" fmla="*/ 47149 w 38100"/>
                <a:gd name="connsiteY2" fmla="*/ 7525 h 47625"/>
                <a:gd name="connsiteX3" fmla="*/ 37243 w 38100"/>
                <a:gd name="connsiteY3" fmla="*/ 17335 h 47625"/>
                <a:gd name="connsiteX4" fmla="*/ 27622 w 38100"/>
                <a:gd name="connsiteY4" fmla="*/ 13811 h 47625"/>
                <a:gd name="connsiteX5" fmla="*/ 16288 w 38100"/>
                <a:gd name="connsiteY5" fmla="*/ 28099 h 47625"/>
                <a:gd name="connsiteX6" fmla="*/ 27622 w 38100"/>
                <a:gd name="connsiteY6" fmla="*/ 42672 h 47625"/>
                <a:gd name="connsiteX7" fmla="*/ 37243 w 38100"/>
                <a:gd name="connsiteY7" fmla="*/ 39243 h 47625"/>
                <a:gd name="connsiteX8" fmla="*/ 47149 w 38100"/>
                <a:gd name="connsiteY8" fmla="*/ 49054 h 47625"/>
                <a:gd name="connsiteX9" fmla="*/ 26670 w 38100"/>
                <a:gd name="connsiteY9" fmla="*/ 56579 h 47625"/>
                <a:gd name="connsiteX10" fmla="*/ 0 w 38100"/>
                <a:gd name="connsiteY10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0" h="47625" fill="norm" stroke="1" extrusionOk="0">
                  <a:moveTo>
                    <a:pt x="0" y="28099"/>
                  </a:moveTo>
                  <a:cubicBezTo>
                    <a:pt x="0" y="11621"/>
                    <a:pt x="10573" y="0"/>
                    <a:pt x="26670" y="0"/>
                  </a:cubicBezTo>
                  <a:cubicBezTo>
                    <a:pt x="33433" y="0"/>
                    <a:pt x="40958" y="1429"/>
                    <a:pt x="47149" y="7525"/>
                  </a:cubicBezTo>
                  <a:lnTo>
                    <a:pt x="37243" y="17335"/>
                  </a:lnTo>
                  <a:cubicBezTo>
                    <a:pt x="34766" y="14764"/>
                    <a:pt x="31337" y="13811"/>
                    <a:pt x="27622" y="13811"/>
                  </a:cubicBezTo>
                  <a:cubicBezTo>
                    <a:pt x="20574" y="13811"/>
                    <a:pt x="16288" y="19812"/>
                    <a:pt x="16288" y="28099"/>
                  </a:cubicBezTo>
                  <a:cubicBezTo>
                    <a:pt x="16288" y="36385"/>
                    <a:pt x="20574" y="42672"/>
                    <a:pt x="27622" y="42672"/>
                  </a:cubicBezTo>
                  <a:cubicBezTo>
                    <a:pt x="31337" y="42672"/>
                    <a:pt x="34766" y="41720"/>
                    <a:pt x="37243" y="39243"/>
                  </a:cubicBezTo>
                  <a:lnTo>
                    <a:pt x="47149" y="49054"/>
                  </a:lnTo>
                  <a:cubicBezTo>
                    <a:pt x="40958" y="55150"/>
                    <a:pt x="33338" y="56579"/>
                    <a:pt x="26670" y="56579"/>
                  </a:cubicBezTo>
                  <a:cubicBezTo>
                    <a:pt x="10573" y="56483"/>
                    <a:pt x="0" y="44863"/>
                    <a:pt x="0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1" name="Полилиния: фигура 100"/>
            <p:cNvSpPr/>
            <p:nvPr/>
          </p:nvSpPr>
          <p:spPr bwMode="auto">
            <a:xfrm>
              <a:off x="5360888" y="1287874"/>
              <a:ext cx="47625" cy="47625"/>
            </a:xfrm>
            <a:custGeom>
              <a:avLst/>
              <a:gdLst>
                <a:gd name="connsiteX0" fmla="*/ 95 w 47625"/>
                <a:gd name="connsiteY0" fmla="*/ 0 h 47625"/>
                <a:gd name="connsiteX1" fmla="*/ 15716 w 47625"/>
                <a:gd name="connsiteY1" fmla="*/ 0 h 47625"/>
                <a:gd name="connsiteX2" fmla="*/ 15716 w 47625"/>
                <a:gd name="connsiteY2" fmla="*/ 20384 h 47625"/>
                <a:gd name="connsiteX3" fmla="*/ 18098 w 47625"/>
                <a:gd name="connsiteY3" fmla="*/ 20384 h 47625"/>
                <a:gd name="connsiteX4" fmla="*/ 30766 w 47625"/>
                <a:gd name="connsiteY4" fmla="*/ 0 h 47625"/>
                <a:gd name="connsiteX5" fmla="*/ 48578 w 47625"/>
                <a:gd name="connsiteY5" fmla="*/ 0 h 47625"/>
                <a:gd name="connsiteX6" fmla="*/ 31242 w 47625"/>
                <a:gd name="connsiteY6" fmla="*/ 26670 h 47625"/>
                <a:gd name="connsiteX7" fmla="*/ 50673 w 47625"/>
                <a:gd name="connsiteY7" fmla="*/ 53912 h 47625"/>
                <a:gd name="connsiteX8" fmla="*/ 31623 w 47625"/>
                <a:gd name="connsiteY8" fmla="*/ 53912 h 47625"/>
                <a:gd name="connsiteX9" fmla="*/ 17336 w 47625"/>
                <a:gd name="connsiteY9" fmla="*/ 33433 h 47625"/>
                <a:gd name="connsiteX10" fmla="*/ 15621 w 47625"/>
                <a:gd name="connsiteY10" fmla="*/ 33433 h 47625"/>
                <a:gd name="connsiteX11" fmla="*/ 15621 w 47625"/>
                <a:gd name="connsiteY11" fmla="*/ 53912 h 47625"/>
                <a:gd name="connsiteX12" fmla="*/ 0 w 47625"/>
                <a:gd name="connsiteY12" fmla="*/ 53912 h 47625"/>
                <a:gd name="connsiteX13" fmla="*/ 0 w 47625"/>
                <a:gd name="connsiteY13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" h="47625" fill="norm" stroke="1" extrusionOk="0">
                  <a:moveTo>
                    <a:pt x="95" y="0"/>
                  </a:moveTo>
                  <a:lnTo>
                    <a:pt x="15716" y="0"/>
                  </a:lnTo>
                  <a:lnTo>
                    <a:pt x="15716" y="20384"/>
                  </a:lnTo>
                  <a:lnTo>
                    <a:pt x="18098" y="20384"/>
                  </a:lnTo>
                  <a:lnTo>
                    <a:pt x="30766" y="0"/>
                  </a:lnTo>
                  <a:lnTo>
                    <a:pt x="48578" y="0"/>
                  </a:lnTo>
                  <a:lnTo>
                    <a:pt x="31242" y="26670"/>
                  </a:lnTo>
                  <a:lnTo>
                    <a:pt x="50673" y="53912"/>
                  </a:lnTo>
                  <a:lnTo>
                    <a:pt x="31623" y="53912"/>
                  </a:lnTo>
                  <a:lnTo>
                    <a:pt x="17336" y="33433"/>
                  </a:lnTo>
                  <a:lnTo>
                    <a:pt x="15621" y="33433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2" name="Полилиния: фигура 101"/>
            <p:cNvSpPr/>
            <p:nvPr/>
          </p:nvSpPr>
          <p:spPr bwMode="auto">
            <a:xfrm>
              <a:off x="5419086" y="1287874"/>
              <a:ext cx="47625" cy="47625"/>
            </a:xfrm>
            <a:custGeom>
              <a:avLst/>
              <a:gdLst>
                <a:gd name="connsiteX0" fmla="*/ 0 w 47625"/>
                <a:gd name="connsiteY0" fmla="*/ 0 h 47625"/>
                <a:gd name="connsiteX1" fmla="*/ 15621 w 47625"/>
                <a:gd name="connsiteY1" fmla="*/ 0 h 47625"/>
                <a:gd name="connsiteX2" fmla="*/ 15621 w 47625"/>
                <a:gd name="connsiteY2" fmla="*/ 30480 h 47625"/>
                <a:gd name="connsiteX3" fmla="*/ 15812 w 47625"/>
                <a:gd name="connsiteY3" fmla="*/ 30480 h 47625"/>
                <a:gd name="connsiteX4" fmla="*/ 36386 w 47625"/>
                <a:gd name="connsiteY4" fmla="*/ 0 h 47625"/>
                <a:gd name="connsiteX5" fmla="*/ 49816 w 47625"/>
                <a:gd name="connsiteY5" fmla="*/ 0 h 47625"/>
                <a:gd name="connsiteX6" fmla="*/ 49816 w 47625"/>
                <a:gd name="connsiteY6" fmla="*/ 53912 h 47625"/>
                <a:gd name="connsiteX7" fmla="*/ 34195 w 47625"/>
                <a:gd name="connsiteY7" fmla="*/ 53912 h 47625"/>
                <a:gd name="connsiteX8" fmla="*/ 34195 w 47625"/>
                <a:gd name="connsiteY8" fmla="*/ 23432 h 47625"/>
                <a:gd name="connsiteX9" fmla="*/ 34004 w 47625"/>
                <a:gd name="connsiteY9" fmla="*/ 23432 h 47625"/>
                <a:gd name="connsiteX10" fmla="*/ 13526 w 47625"/>
                <a:gd name="connsiteY10" fmla="*/ 53912 h 47625"/>
                <a:gd name="connsiteX11" fmla="*/ 0 w 47625"/>
                <a:gd name="connsiteY11" fmla="*/ 53912 h 47625"/>
                <a:gd name="connsiteX12" fmla="*/ 0 w 47625"/>
                <a:gd name="connsiteY12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 fill="norm" stroke="1" extrusionOk="0">
                  <a:moveTo>
                    <a:pt x="0" y="0"/>
                  </a:moveTo>
                  <a:lnTo>
                    <a:pt x="15621" y="0"/>
                  </a:lnTo>
                  <a:lnTo>
                    <a:pt x="15621" y="30480"/>
                  </a:lnTo>
                  <a:lnTo>
                    <a:pt x="15812" y="30480"/>
                  </a:lnTo>
                  <a:lnTo>
                    <a:pt x="36386" y="0"/>
                  </a:lnTo>
                  <a:lnTo>
                    <a:pt x="49816" y="0"/>
                  </a:lnTo>
                  <a:lnTo>
                    <a:pt x="49816" y="53912"/>
                  </a:lnTo>
                  <a:lnTo>
                    <a:pt x="34195" y="53912"/>
                  </a:lnTo>
                  <a:lnTo>
                    <a:pt x="34195" y="23432"/>
                  </a:lnTo>
                  <a:lnTo>
                    <a:pt x="34004" y="23432"/>
                  </a:lnTo>
                  <a:lnTo>
                    <a:pt x="13526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3" name="Полилиния: фигура 102"/>
            <p:cNvSpPr/>
            <p:nvPr/>
          </p:nvSpPr>
          <p:spPr bwMode="auto">
            <a:xfrm>
              <a:off x="5483951" y="1263585"/>
              <a:ext cx="47625" cy="76200"/>
            </a:xfrm>
            <a:custGeom>
              <a:avLst/>
              <a:gdLst>
                <a:gd name="connsiteX0" fmla="*/ 0 w 47625"/>
                <a:gd name="connsiteY0" fmla="*/ 24289 h 76200"/>
                <a:gd name="connsiteX1" fmla="*/ 15621 w 47625"/>
                <a:gd name="connsiteY1" fmla="*/ 24289 h 76200"/>
                <a:gd name="connsiteX2" fmla="*/ 15621 w 47625"/>
                <a:gd name="connsiteY2" fmla="*/ 54769 h 76200"/>
                <a:gd name="connsiteX3" fmla="*/ 15811 w 47625"/>
                <a:gd name="connsiteY3" fmla="*/ 54769 h 76200"/>
                <a:gd name="connsiteX4" fmla="*/ 36385 w 47625"/>
                <a:gd name="connsiteY4" fmla="*/ 24289 h 76200"/>
                <a:gd name="connsiteX5" fmla="*/ 49816 w 47625"/>
                <a:gd name="connsiteY5" fmla="*/ 24289 h 76200"/>
                <a:gd name="connsiteX6" fmla="*/ 49816 w 47625"/>
                <a:gd name="connsiteY6" fmla="*/ 78200 h 76200"/>
                <a:gd name="connsiteX7" fmla="*/ 34195 w 47625"/>
                <a:gd name="connsiteY7" fmla="*/ 78200 h 76200"/>
                <a:gd name="connsiteX8" fmla="*/ 34195 w 47625"/>
                <a:gd name="connsiteY8" fmla="*/ 47720 h 76200"/>
                <a:gd name="connsiteX9" fmla="*/ 34004 w 47625"/>
                <a:gd name="connsiteY9" fmla="*/ 47720 h 76200"/>
                <a:gd name="connsiteX10" fmla="*/ 13525 w 47625"/>
                <a:gd name="connsiteY10" fmla="*/ 78200 h 76200"/>
                <a:gd name="connsiteX11" fmla="*/ 0 w 47625"/>
                <a:gd name="connsiteY11" fmla="*/ 78200 h 76200"/>
                <a:gd name="connsiteX12" fmla="*/ 0 w 47625"/>
                <a:gd name="connsiteY12" fmla="*/ 24289 h 76200"/>
                <a:gd name="connsiteX13" fmla="*/ 6477 w 47625"/>
                <a:gd name="connsiteY13" fmla="*/ 8001 h 76200"/>
                <a:gd name="connsiteX14" fmla="*/ 14573 w 47625"/>
                <a:gd name="connsiteY14" fmla="*/ 0 h 76200"/>
                <a:gd name="connsiteX15" fmla="*/ 24098 w 47625"/>
                <a:gd name="connsiteY15" fmla="*/ 6858 h 76200"/>
                <a:gd name="connsiteX16" fmla="*/ 34385 w 47625"/>
                <a:gd name="connsiteY16" fmla="*/ 0 h 76200"/>
                <a:gd name="connsiteX17" fmla="*/ 42100 w 47625"/>
                <a:gd name="connsiteY17" fmla="*/ 8001 h 76200"/>
                <a:gd name="connsiteX18" fmla="*/ 24479 w 47625"/>
                <a:gd name="connsiteY18" fmla="*/ 18669 h 76200"/>
                <a:gd name="connsiteX19" fmla="*/ 6477 w 47625"/>
                <a:gd name="connsiteY19" fmla="*/ 8001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7625" h="76200" fill="norm" stroke="1" extrusionOk="0">
                  <a:moveTo>
                    <a:pt x="0" y="24289"/>
                  </a:moveTo>
                  <a:lnTo>
                    <a:pt x="15621" y="24289"/>
                  </a:lnTo>
                  <a:lnTo>
                    <a:pt x="15621" y="54769"/>
                  </a:lnTo>
                  <a:lnTo>
                    <a:pt x="15811" y="54769"/>
                  </a:lnTo>
                  <a:lnTo>
                    <a:pt x="36385" y="24289"/>
                  </a:lnTo>
                  <a:lnTo>
                    <a:pt x="49816" y="24289"/>
                  </a:lnTo>
                  <a:lnTo>
                    <a:pt x="49816" y="78200"/>
                  </a:lnTo>
                  <a:lnTo>
                    <a:pt x="34195" y="78200"/>
                  </a:lnTo>
                  <a:lnTo>
                    <a:pt x="34195" y="47720"/>
                  </a:lnTo>
                  <a:lnTo>
                    <a:pt x="34004" y="47720"/>
                  </a:lnTo>
                  <a:lnTo>
                    <a:pt x="13525" y="78200"/>
                  </a:lnTo>
                  <a:lnTo>
                    <a:pt x="0" y="78200"/>
                  </a:lnTo>
                  <a:lnTo>
                    <a:pt x="0" y="24289"/>
                  </a:lnTo>
                  <a:close/>
                  <a:moveTo>
                    <a:pt x="6477" y="8001"/>
                  </a:moveTo>
                  <a:lnTo>
                    <a:pt x="14573" y="0"/>
                  </a:lnTo>
                  <a:cubicBezTo>
                    <a:pt x="16097" y="2858"/>
                    <a:pt x="19050" y="6858"/>
                    <a:pt x="24098" y="6858"/>
                  </a:cubicBezTo>
                  <a:cubicBezTo>
                    <a:pt x="30480" y="6858"/>
                    <a:pt x="32766" y="2858"/>
                    <a:pt x="34385" y="0"/>
                  </a:cubicBezTo>
                  <a:lnTo>
                    <a:pt x="42100" y="8001"/>
                  </a:lnTo>
                  <a:cubicBezTo>
                    <a:pt x="40100" y="12192"/>
                    <a:pt x="34099" y="18669"/>
                    <a:pt x="24479" y="18669"/>
                  </a:cubicBezTo>
                  <a:cubicBezTo>
                    <a:pt x="14954" y="18669"/>
                    <a:pt x="8953" y="12097"/>
                    <a:pt x="6477" y="800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4" name="Полилиния: фигура 103"/>
            <p:cNvSpPr/>
            <p:nvPr/>
          </p:nvSpPr>
          <p:spPr bwMode="auto">
            <a:xfrm>
              <a:off x="4893496" y="1402174"/>
              <a:ext cx="66675" cy="47625"/>
            </a:xfrm>
            <a:custGeom>
              <a:avLst/>
              <a:gdLst>
                <a:gd name="connsiteX0" fmla="*/ 13525 w 66675"/>
                <a:gd name="connsiteY0" fmla="*/ 0 h 47625"/>
                <a:gd name="connsiteX1" fmla="*/ 24098 w 66675"/>
                <a:gd name="connsiteY1" fmla="*/ 0 h 47625"/>
                <a:gd name="connsiteX2" fmla="*/ 37338 w 66675"/>
                <a:gd name="connsiteY2" fmla="*/ 33338 h 47625"/>
                <a:gd name="connsiteX3" fmla="*/ 37529 w 66675"/>
                <a:gd name="connsiteY3" fmla="*/ 33338 h 47625"/>
                <a:gd name="connsiteX4" fmla="*/ 50863 w 66675"/>
                <a:gd name="connsiteY4" fmla="*/ 0 h 47625"/>
                <a:gd name="connsiteX5" fmla="*/ 61150 w 66675"/>
                <a:gd name="connsiteY5" fmla="*/ 0 h 47625"/>
                <a:gd name="connsiteX6" fmla="*/ 74962 w 66675"/>
                <a:gd name="connsiteY6" fmla="*/ 53912 h 47625"/>
                <a:gd name="connsiteX7" fmla="*/ 59341 w 66675"/>
                <a:gd name="connsiteY7" fmla="*/ 53912 h 47625"/>
                <a:gd name="connsiteX8" fmla="*/ 53435 w 66675"/>
                <a:gd name="connsiteY8" fmla="*/ 26956 h 47625"/>
                <a:gd name="connsiteX9" fmla="*/ 53245 w 66675"/>
                <a:gd name="connsiteY9" fmla="*/ 26956 h 47625"/>
                <a:gd name="connsiteX10" fmla="*/ 42100 w 66675"/>
                <a:gd name="connsiteY10" fmla="*/ 53912 h 47625"/>
                <a:gd name="connsiteX11" fmla="*/ 31909 w 66675"/>
                <a:gd name="connsiteY11" fmla="*/ 53912 h 47625"/>
                <a:gd name="connsiteX12" fmla="*/ 21336 w 66675"/>
                <a:gd name="connsiteY12" fmla="*/ 26860 h 47625"/>
                <a:gd name="connsiteX13" fmla="*/ 21146 w 66675"/>
                <a:gd name="connsiteY13" fmla="*/ 26860 h 47625"/>
                <a:gd name="connsiteX14" fmla="*/ 15050 w 66675"/>
                <a:gd name="connsiteY14" fmla="*/ 53912 h 47625"/>
                <a:gd name="connsiteX15" fmla="*/ 0 w 66675"/>
                <a:gd name="connsiteY15" fmla="*/ 53912 h 47625"/>
                <a:gd name="connsiteX16" fmla="*/ 13525 w 66675"/>
                <a:gd name="connsiteY16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6675" h="47625" fill="norm" stroke="1" extrusionOk="0">
                  <a:moveTo>
                    <a:pt x="13525" y="0"/>
                  </a:moveTo>
                  <a:lnTo>
                    <a:pt x="24098" y="0"/>
                  </a:lnTo>
                  <a:lnTo>
                    <a:pt x="37338" y="33338"/>
                  </a:lnTo>
                  <a:lnTo>
                    <a:pt x="37529" y="33338"/>
                  </a:lnTo>
                  <a:lnTo>
                    <a:pt x="50863" y="0"/>
                  </a:lnTo>
                  <a:lnTo>
                    <a:pt x="61150" y="0"/>
                  </a:lnTo>
                  <a:lnTo>
                    <a:pt x="74962" y="53912"/>
                  </a:lnTo>
                  <a:lnTo>
                    <a:pt x="59341" y="53912"/>
                  </a:lnTo>
                  <a:lnTo>
                    <a:pt x="53435" y="26956"/>
                  </a:lnTo>
                  <a:lnTo>
                    <a:pt x="53245" y="26956"/>
                  </a:lnTo>
                  <a:lnTo>
                    <a:pt x="42100" y="53912"/>
                  </a:lnTo>
                  <a:lnTo>
                    <a:pt x="31909" y="53912"/>
                  </a:lnTo>
                  <a:lnTo>
                    <a:pt x="21336" y="26860"/>
                  </a:lnTo>
                  <a:lnTo>
                    <a:pt x="21146" y="26860"/>
                  </a:lnTo>
                  <a:lnTo>
                    <a:pt x="15050" y="53912"/>
                  </a:lnTo>
                  <a:lnTo>
                    <a:pt x="0" y="53912"/>
                  </a:lnTo>
                  <a:lnTo>
                    <a:pt x="13525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5" name="Полилиния: фигура 104"/>
            <p:cNvSpPr/>
            <p:nvPr/>
          </p:nvSpPr>
          <p:spPr bwMode="auto">
            <a:xfrm>
              <a:off x="4973697" y="1400936"/>
              <a:ext cx="47625" cy="47625"/>
            </a:xfrm>
            <a:custGeom>
              <a:avLst/>
              <a:gdLst>
                <a:gd name="connsiteX0" fmla="*/ 0 w 47625"/>
                <a:gd name="connsiteY0" fmla="*/ 28194 h 47625"/>
                <a:gd name="connsiteX1" fmla="*/ 26575 w 47625"/>
                <a:gd name="connsiteY1" fmla="*/ 0 h 47625"/>
                <a:gd name="connsiteX2" fmla="*/ 52673 w 47625"/>
                <a:gd name="connsiteY2" fmla="*/ 29623 h 47625"/>
                <a:gd name="connsiteX3" fmla="*/ 52673 w 47625"/>
                <a:gd name="connsiteY3" fmla="*/ 33338 h 47625"/>
                <a:gd name="connsiteX4" fmla="*/ 16859 w 47625"/>
                <a:gd name="connsiteY4" fmla="*/ 33338 h 47625"/>
                <a:gd name="connsiteX5" fmla="*/ 29146 w 47625"/>
                <a:gd name="connsiteY5" fmla="*/ 42482 h 47625"/>
                <a:gd name="connsiteX6" fmla="*/ 40386 w 47625"/>
                <a:gd name="connsiteY6" fmla="*/ 37338 h 47625"/>
                <a:gd name="connsiteX7" fmla="*/ 50387 w 47625"/>
                <a:gd name="connsiteY7" fmla="*/ 47339 h 47625"/>
                <a:gd name="connsiteX8" fmla="*/ 27432 w 47625"/>
                <a:gd name="connsiteY8" fmla="*/ 56388 h 47625"/>
                <a:gd name="connsiteX9" fmla="*/ 0 w 47625"/>
                <a:gd name="connsiteY9" fmla="*/ 28194 h 47625"/>
                <a:gd name="connsiteX10" fmla="*/ 36386 w 47625"/>
                <a:gd name="connsiteY10" fmla="*/ 22098 h 47625"/>
                <a:gd name="connsiteX11" fmla="*/ 26575 w 47625"/>
                <a:gd name="connsiteY11" fmla="*/ 12382 h 47625"/>
                <a:gd name="connsiteX12" fmla="*/ 16764 w 47625"/>
                <a:gd name="connsiteY12" fmla="*/ 22098 h 47625"/>
                <a:gd name="connsiteX13" fmla="*/ 36386 w 47625"/>
                <a:gd name="connsiteY13" fmla="*/ 22098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" h="47625" fill="norm" stroke="1" extrusionOk="0">
                  <a:moveTo>
                    <a:pt x="0" y="28194"/>
                  </a:moveTo>
                  <a:cubicBezTo>
                    <a:pt x="0" y="11716"/>
                    <a:pt x="11049" y="0"/>
                    <a:pt x="26575" y="0"/>
                  </a:cubicBezTo>
                  <a:cubicBezTo>
                    <a:pt x="41338" y="0"/>
                    <a:pt x="52673" y="8954"/>
                    <a:pt x="52673" y="29623"/>
                  </a:cubicBezTo>
                  <a:lnTo>
                    <a:pt x="52673" y="33338"/>
                  </a:lnTo>
                  <a:lnTo>
                    <a:pt x="16859" y="33338"/>
                  </a:lnTo>
                  <a:cubicBezTo>
                    <a:pt x="18002" y="40291"/>
                    <a:pt x="24098" y="42482"/>
                    <a:pt x="29146" y="42482"/>
                  </a:cubicBezTo>
                  <a:cubicBezTo>
                    <a:pt x="34100" y="42482"/>
                    <a:pt x="38481" y="40100"/>
                    <a:pt x="40386" y="37338"/>
                  </a:cubicBezTo>
                  <a:lnTo>
                    <a:pt x="50387" y="47339"/>
                  </a:lnTo>
                  <a:cubicBezTo>
                    <a:pt x="43910" y="53626"/>
                    <a:pt x="36386" y="56388"/>
                    <a:pt x="27432" y="56388"/>
                  </a:cubicBezTo>
                  <a:cubicBezTo>
                    <a:pt x="13430" y="56483"/>
                    <a:pt x="0" y="46482"/>
                    <a:pt x="0" y="28194"/>
                  </a:cubicBezTo>
                  <a:close/>
                  <a:moveTo>
                    <a:pt x="36386" y="22098"/>
                  </a:moveTo>
                  <a:cubicBezTo>
                    <a:pt x="35719" y="16097"/>
                    <a:pt x="32575" y="12382"/>
                    <a:pt x="26575" y="12382"/>
                  </a:cubicBezTo>
                  <a:cubicBezTo>
                    <a:pt x="21146" y="12382"/>
                    <a:pt x="17717" y="16573"/>
                    <a:pt x="16764" y="22098"/>
                  </a:cubicBezTo>
                  <a:lnTo>
                    <a:pt x="36386" y="2209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6" name="Полилиния: фигура 105"/>
            <p:cNvSpPr/>
            <p:nvPr/>
          </p:nvSpPr>
          <p:spPr bwMode="auto">
            <a:xfrm>
              <a:off x="5031323" y="1402269"/>
              <a:ext cx="47625" cy="47625"/>
            </a:xfrm>
            <a:custGeom>
              <a:avLst/>
              <a:gdLst>
                <a:gd name="connsiteX0" fmla="*/ 15812 w 47625"/>
                <a:gd name="connsiteY0" fmla="*/ 13526 h 47625"/>
                <a:gd name="connsiteX1" fmla="*/ 0 w 47625"/>
                <a:gd name="connsiteY1" fmla="*/ 13526 h 47625"/>
                <a:gd name="connsiteX2" fmla="*/ 0 w 47625"/>
                <a:gd name="connsiteY2" fmla="*/ 0 h 47625"/>
                <a:gd name="connsiteX3" fmla="*/ 48482 w 47625"/>
                <a:gd name="connsiteY3" fmla="*/ 0 h 47625"/>
                <a:gd name="connsiteX4" fmla="*/ 43434 w 47625"/>
                <a:gd name="connsiteY4" fmla="*/ 13526 h 47625"/>
                <a:gd name="connsiteX5" fmla="*/ 31337 w 47625"/>
                <a:gd name="connsiteY5" fmla="*/ 13526 h 47625"/>
                <a:gd name="connsiteX6" fmla="*/ 31337 w 47625"/>
                <a:gd name="connsiteY6" fmla="*/ 53912 h 47625"/>
                <a:gd name="connsiteX7" fmla="*/ 15716 w 47625"/>
                <a:gd name="connsiteY7" fmla="*/ 53912 h 47625"/>
                <a:gd name="connsiteX8" fmla="*/ 15716 w 47625"/>
                <a:gd name="connsiteY8" fmla="*/ 13526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625" h="47625" fill="norm" stroke="1" extrusionOk="0">
                  <a:moveTo>
                    <a:pt x="15812" y="13526"/>
                  </a:moveTo>
                  <a:lnTo>
                    <a:pt x="0" y="13526"/>
                  </a:lnTo>
                  <a:lnTo>
                    <a:pt x="0" y="0"/>
                  </a:lnTo>
                  <a:lnTo>
                    <a:pt x="48482" y="0"/>
                  </a:lnTo>
                  <a:lnTo>
                    <a:pt x="43434" y="13526"/>
                  </a:lnTo>
                  <a:lnTo>
                    <a:pt x="31337" y="13526"/>
                  </a:lnTo>
                  <a:lnTo>
                    <a:pt x="31337" y="53912"/>
                  </a:lnTo>
                  <a:lnTo>
                    <a:pt x="15716" y="53912"/>
                  </a:lnTo>
                  <a:lnTo>
                    <a:pt x="15716" y="1352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7" name="Полилиния: фигура 106"/>
            <p:cNvSpPr/>
            <p:nvPr/>
          </p:nvSpPr>
          <p:spPr bwMode="auto">
            <a:xfrm>
              <a:off x="5087424" y="1400841"/>
              <a:ext cx="47625" cy="66675"/>
            </a:xfrm>
            <a:custGeom>
              <a:avLst/>
              <a:gdLst>
                <a:gd name="connsiteX0" fmla="*/ 15621 w 47625"/>
                <a:gd name="connsiteY0" fmla="*/ 75057 h 66675"/>
                <a:gd name="connsiteX1" fmla="*/ 0 w 47625"/>
                <a:gd name="connsiteY1" fmla="*/ 75057 h 66675"/>
                <a:gd name="connsiteX2" fmla="*/ 0 w 47625"/>
                <a:gd name="connsiteY2" fmla="*/ 1334 h 66675"/>
                <a:gd name="connsiteX3" fmla="*/ 15621 w 47625"/>
                <a:gd name="connsiteY3" fmla="*/ 1334 h 66675"/>
                <a:gd name="connsiteX4" fmla="*/ 15621 w 47625"/>
                <a:gd name="connsiteY4" fmla="*/ 6668 h 66675"/>
                <a:gd name="connsiteX5" fmla="*/ 15812 w 47625"/>
                <a:gd name="connsiteY5" fmla="*/ 6668 h 66675"/>
                <a:gd name="connsiteX6" fmla="*/ 30956 w 47625"/>
                <a:gd name="connsiteY6" fmla="*/ 0 h 66675"/>
                <a:gd name="connsiteX7" fmla="*/ 55626 w 47625"/>
                <a:gd name="connsiteY7" fmla="*/ 28099 h 66675"/>
                <a:gd name="connsiteX8" fmla="*/ 30956 w 47625"/>
                <a:gd name="connsiteY8" fmla="*/ 56483 h 66675"/>
                <a:gd name="connsiteX9" fmla="*/ 15812 w 47625"/>
                <a:gd name="connsiteY9" fmla="*/ 49816 h 66675"/>
                <a:gd name="connsiteX10" fmla="*/ 15621 w 47625"/>
                <a:gd name="connsiteY10" fmla="*/ 49816 h 66675"/>
                <a:gd name="connsiteX11" fmla="*/ 15621 w 47625"/>
                <a:gd name="connsiteY11" fmla="*/ 75057 h 66675"/>
                <a:gd name="connsiteX12" fmla="*/ 27242 w 47625"/>
                <a:gd name="connsiteY12" fmla="*/ 42482 h 66675"/>
                <a:gd name="connsiteX13" fmla="*/ 39433 w 47625"/>
                <a:gd name="connsiteY13" fmla="*/ 28099 h 66675"/>
                <a:gd name="connsiteX14" fmla="*/ 27242 w 47625"/>
                <a:gd name="connsiteY14" fmla="*/ 14002 h 66675"/>
                <a:gd name="connsiteX15" fmla="*/ 14954 w 47625"/>
                <a:gd name="connsiteY15" fmla="*/ 28099 h 66675"/>
                <a:gd name="connsiteX16" fmla="*/ 27242 w 47625"/>
                <a:gd name="connsiteY16" fmla="*/ 42482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625" h="66675" fill="norm" stroke="1" extrusionOk="0">
                  <a:moveTo>
                    <a:pt x="15621" y="75057"/>
                  </a:moveTo>
                  <a:lnTo>
                    <a:pt x="0" y="75057"/>
                  </a:lnTo>
                  <a:lnTo>
                    <a:pt x="0" y="1334"/>
                  </a:lnTo>
                  <a:lnTo>
                    <a:pt x="15621" y="1334"/>
                  </a:lnTo>
                  <a:lnTo>
                    <a:pt x="15621" y="6668"/>
                  </a:lnTo>
                  <a:lnTo>
                    <a:pt x="15812" y="6668"/>
                  </a:lnTo>
                  <a:cubicBezTo>
                    <a:pt x="18193" y="3810"/>
                    <a:pt x="22765" y="0"/>
                    <a:pt x="30956" y="0"/>
                  </a:cubicBezTo>
                  <a:cubicBezTo>
                    <a:pt x="45053" y="0"/>
                    <a:pt x="55626" y="11621"/>
                    <a:pt x="55626" y="28099"/>
                  </a:cubicBezTo>
                  <a:cubicBezTo>
                    <a:pt x="55626" y="44672"/>
                    <a:pt x="45053" y="56483"/>
                    <a:pt x="30956" y="56483"/>
                  </a:cubicBezTo>
                  <a:cubicBezTo>
                    <a:pt x="22765" y="56483"/>
                    <a:pt x="18097" y="52769"/>
                    <a:pt x="15812" y="49816"/>
                  </a:cubicBezTo>
                  <a:lnTo>
                    <a:pt x="15621" y="49816"/>
                  </a:lnTo>
                  <a:lnTo>
                    <a:pt x="15621" y="75057"/>
                  </a:lnTo>
                  <a:close/>
                  <a:moveTo>
                    <a:pt x="27242" y="42482"/>
                  </a:moveTo>
                  <a:cubicBezTo>
                    <a:pt x="34385" y="42482"/>
                    <a:pt x="39433" y="36385"/>
                    <a:pt x="39433" y="28099"/>
                  </a:cubicBezTo>
                  <a:cubicBezTo>
                    <a:pt x="39433" y="20193"/>
                    <a:pt x="34385" y="14002"/>
                    <a:pt x="27242" y="14002"/>
                  </a:cubicBezTo>
                  <a:cubicBezTo>
                    <a:pt x="20098" y="14002"/>
                    <a:pt x="14954" y="20193"/>
                    <a:pt x="14954" y="28099"/>
                  </a:cubicBezTo>
                  <a:cubicBezTo>
                    <a:pt x="14954" y="36385"/>
                    <a:pt x="20098" y="42482"/>
                    <a:pt x="27242" y="4248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8" name="Полилиния: фигура 107"/>
            <p:cNvSpPr/>
            <p:nvPr/>
          </p:nvSpPr>
          <p:spPr bwMode="auto">
            <a:xfrm>
              <a:off x="5151052" y="1400936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3 w 47625"/>
                <a:gd name="connsiteY1" fmla="*/ 0 h 47625"/>
                <a:gd name="connsiteX2" fmla="*/ 55150 w 47625"/>
                <a:gd name="connsiteY2" fmla="*/ 28099 h 47625"/>
                <a:gd name="connsiteX3" fmla="*/ 27623 w 47625"/>
                <a:gd name="connsiteY3" fmla="*/ 56483 h 47625"/>
                <a:gd name="connsiteX4" fmla="*/ 0 w 47625"/>
                <a:gd name="connsiteY4" fmla="*/ 28099 h 47625"/>
                <a:gd name="connsiteX5" fmla="*/ 38957 w 47625"/>
                <a:gd name="connsiteY5" fmla="*/ 28099 h 47625"/>
                <a:gd name="connsiteX6" fmla="*/ 27623 w 47625"/>
                <a:gd name="connsiteY6" fmla="*/ 13907 h 47625"/>
                <a:gd name="connsiteX7" fmla="*/ 16193 w 47625"/>
                <a:gd name="connsiteY7" fmla="*/ 28099 h 47625"/>
                <a:gd name="connsiteX8" fmla="*/ 27623 w 47625"/>
                <a:gd name="connsiteY8" fmla="*/ 42672 h 47625"/>
                <a:gd name="connsiteX9" fmla="*/ 38957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 fill="norm" stroke="1" extrusionOk="0">
                  <a:moveTo>
                    <a:pt x="0" y="28099"/>
                  </a:moveTo>
                  <a:cubicBezTo>
                    <a:pt x="0" y="11620"/>
                    <a:pt x="11335" y="0"/>
                    <a:pt x="27623" y="0"/>
                  </a:cubicBezTo>
                  <a:cubicBezTo>
                    <a:pt x="43720" y="0"/>
                    <a:pt x="55150" y="11620"/>
                    <a:pt x="55150" y="28099"/>
                  </a:cubicBezTo>
                  <a:cubicBezTo>
                    <a:pt x="55150" y="44863"/>
                    <a:pt x="43720" y="56483"/>
                    <a:pt x="27623" y="56483"/>
                  </a:cubicBezTo>
                  <a:cubicBezTo>
                    <a:pt x="11335" y="56483"/>
                    <a:pt x="0" y="44863"/>
                    <a:pt x="0" y="28099"/>
                  </a:cubicBezTo>
                  <a:close/>
                  <a:moveTo>
                    <a:pt x="38957" y="28099"/>
                  </a:moveTo>
                  <a:cubicBezTo>
                    <a:pt x="38957" y="19717"/>
                    <a:pt x="34671" y="13907"/>
                    <a:pt x="27623" y="13907"/>
                  </a:cubicBezTo>
                  <a:cubicBezTo>
                    <a:pt x="20574" y="13907"/>
                    <a:pt x="16193" y="19812"/>
                    <a:pt x="16193" y="28099"/>
                  </a:cubicBezTo>
                  <a:cubicBezTo>
                    <a:pt x="16193" y="36195"/>
                    <a:pt x="20574" y="42672"/>
                    <a:pt x="27623" y="42672"/>
                  </a:cubicBezTo>
                  <a:cubicBezTo>
                    <a:pt x="34671" y="42577"/>
                    <a:pt x="38957" y="36195"/>
                    <a:pt x="38957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9" name="Полилиния: фигура 108"/>
            <p:cNvSpPr/>
            <p:nvPr/>
          </p:nvSpPr>
          <p:spPr bwMode="auto">
            <a:xfrm>
              <a:off x="5217632" y="1402174"/>
              <a:ext cx="38100" cy="47625"/>
            </a:xfrm>
            <a:custGeom>
              <a:avLst/>
              <a:gdLst>
                <a:gd name="connsiteX0" fmla="*/ 95 w 38100"/>
                <a:gd name="connsiteY0" fmla="*/ 0 h 47625"/>
                <a:gd name="connsiteX1" fmla="*/ 47054 w 38100"/>
                <a:gd name="connsiteY1" fmla="*/ 0 h 47625"/>
                <a:gd name="connsiteX2" fmla="*/ 47054 w 38100"/>
                <a:gd name="connsiteY2" fmla="*/ 53912 h 47625"/>
                <a:gd name="connsiteX3" fmla="*/ 31433 w 38100"/>
                <a:gd name="connsiteY3" fmla="*/ 53912 h 47625"/>
                <a:gd name="connsiteX4" fmla="*/ 31433 w 38100"/>
                <a:gd name="connsiteY4" fmla="*/ 13525 h 47625"/>
                <a:gd name="connsiteX5" fmla="*/ 15621 w 38100"/>
                <a:gd name="connsiteY5" fmla="*/ 13525 h 47625"/>
                <a:gd name="connsiteX6" fmla="*/ 15621 w 38100"/>
                <a:gd name="connsiteY6" fmla="*/ 53912 h 47625"/>
                <a:gd name="connsiteX7" fmla="*/ 0 w 38100"/>
                <a:gd name="connsiteY7" fmla="*/ 53912 h 47625"/>
                <a:gd name="connsiteX8" fmla="*/ 0 w 38100"/>
                <a:gd name="connsiteY8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100" h="47625" fill="norm" stroke="1" extrusionOk="0">
                  <a:moveTo>
                    <a:pt x="95" y="0"/>
                  </a:moveTo>
                  <a:lnTo>
                    <a:pt x="47054" y="0"/>
                  </a:lnTo>
                  <a:lnTo>
                    <a:pt x="47054" y="53912"/>
                  </a:lnTo>
                  <a:lnTo>
                    <a:pt x="31433" y="53912"/>
                  </a:lnTo>
                  <a:lnTo>
                    <a:pt x="31433" y="13525"/>
                  </a:lnTo>
                  <a:lnTo>
                    <a:pt x="15621" y="13525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10" name="Полилиния: фигура 109"/>
            <p:cNvSpPr/>
            <p:nvPr/>
          </p:nvSpPr>
          <p:spPr bwMode="auto">
            <a:xfrm>
              <a:off x="5275925" y="1400936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3 w 47625"/>
                <a:gd name="connsiteY1" fmla="*/ 0 h 47625"/>
                <a:gd name="connsiteX2" fmla="*/ 55150 w 47625"/>
                <a:gd name="connsiteY2" fmla="*/ 28099 h 47625"/>
                <a:gd name="connsiteX3" fmla="*/ 27623 w 47625"/>
                <a:gd name="connsiteY3" fmla="*/ 56483 h 47625"/>
                <a:gd name="connsiteX4" fmla="*/ 0 w 47625"/>
                <a:gd name="connsiteY4" fmla="*/ 28099 h 47625"/>
                <a:gd name="connsiteX5" fmla="*/ 39053 w 47625"/>
                <a:gd name="connsiteY5" fmla="*/ 28099 h 47625"/>
                <a:gd name="connsiteX6" fmla="*/ 27718 w 47625"/>
                <a:gd name="connsiteY6" fmla="*/ 13907 h 47625"/>
                <a:gd name="connsiteX7" fmla="*/ 16288 w 47625"/>
                <a:gd name="connsiteY7" fmla="*/ 28099 h 47625"/>
                <a:gd name="connsiteX8" fmla="*/ 27718 w 47625"/>
                <a:gd name="connsiteY8" fmla="*/ 42672 h 47625"/>
                <a:gd name="connsiteX9" fmla="*/ 39053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 fill="norm" stroke="1" extrusionOk="0">
                  <a:moveTo>
                    <a:pt x="0" y="28099"/>
                  </a:moveTo>
                  <a:cubicBezTo>
                    <a:pt x="0" y="11620"/>
                    <a:pt x="11335" y="0"/>
                    <a:pt x="27623" y="0"/>
                  </a:cubicBezTo>
                  <a:cubicBezTo>
                    <a:pt x="43720" y="0"/>
                    <a:pt x="55150" y="11620"/>
                    <a:pt x="55150" y="28099"/>
                  </a:cubicBezTo>
                  <a:cubicBezTo>
                    <a:pt x="55150" y="44863"/>
                    <a:pt x="43720" y="56483"/>
                    <a:pt x="27623" y="56483"/>
                  </a:cubicBezTo>
                  <a:cubicBezTo>
                    <a:pt x="11335" y="56483"/>
                    <a:pt x="0" y="44863"/>
                    <a:pt x="0" y="28099"/>
                  </a:cubicBezTo>
                  <a:close/>
                  <a:moveTo>
                    <a:pt x="39053" y="28099"/>
                  </a:moveTo>
                  <a:cubicBezTo>
                    <a:pt x="39053" y="19717"/>
                    <a:pt x="34766" y="13907"/>
                    <a:pt x="27718" y="13907"/>
                  </a:cubicBezTo>
                  <a:cubicBezTo>
                    <a:pt x="20669" y="13907"/>
                    <a:pt x="16288" y="19812"/>
                    <a:pt x="16288" y="28099"/>
                  </a:cubicBezTo>
                  <a:cubicBezTo>
                    <a:pt x="16288" y="36195"/>
                    <a:pt x="20669" y="42672"/>
                    <a:pt x="27718" y="42672"/>
                  </a:cubicBezTo>
                  <a:cubicBezTo>
                    <a:pt x="34766" y="42577"/>
                    <a:pt x="39053" y="36195"/>
                    <a:pt x="39053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11" name="Полилиния: фигура 110"/>
            <p:cNvSpPr/>
            <p:nvPr/>
          </p:nvSpPr>
          <p:spPr bwMode="auto">
            <a:xfrm>
              <a:off x="5337552" y="1402269"/>
              <a:ext cx="47625" cy="47625"/>
            </a:xfrm>
            <a:custGeom>
              <a:avLst/>
              <a:gdLst>
                <a:gd name="connsiteX0" fmla="*/ 0 w 47625"/>
                <a:gd name="connsiteY0" fmla="*/ 53912 h 47625"/>
                <a:gd name="connsiteX1" fmla="*/ 0 w 47625"/>
                <a:gd name="connsiteY1" fmla="*/ 42291 h 47625"/>
                <a:gd name="connsiteX2" fmla="*/ 2667 w 47625"/>
                <a:gd name="connsiteY2" fmla="*/ 42863 h 47625"/>
                <a:gd name="connsiteX3" fmla="*/ 8573 w 47625"/>
                <a:gd name="connsiteY3" fmla="*/ 30671 h 47625"/>
                <a:gd name="connsiteX4" fmla="*/ 10096 w 47625"/>
                <a:gd name="connsiteY4" fmla="*/ 0 h 47625"/>
                <a:gd name="connsiteX5" fmla="*/ 53435 w 47625"/>
                <a:gd name="connsiteY5" fmla="*/ 0 h 47625"/>
                <a:gd name="connsiteX6" fmla="*/ 53435 w 47625"/>
                <a:gd name="connsiteY6" fmla="*/ 53912 h 47625"/>
                <a:gd name="connsiteX7" fmla="*/ 38005 w 47625"/>
                <a:gd name="connsiteY7" fmla="*/ 53912 h 47625"/>
                <a:gd name="connsiteX8" fmla="*/ 38005 w 47625"/>
                <a:gd name="connsiteY8" fmla="*/ 13526 h 47625"/>
                <a:gd name="connsiteX9" fmla="*/ 23717 w 47625"/>
                <a:gd name="connsiteY9" fmla="*/ 13526 h 47625"/>
                <a:gd name="connsiteX10" fmla="*/ 23050 w 47625"/>
                <a:gd name="connsiteY10" fmla="*/ 29432 h 47625"/>
                <a:gd name="connsiteX11" fmla="*/ 6001 w 47625"/>
                <a:gd name="connsiteY11" fmla="*/ 54959 h 47625"/>
                <a:gd name="connsiteX12" fmla="*/ 0 w 47625"/>
                <a:gd name="connsiteY12" fmla="*/ 53912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 fill="norm" stroke="1" extrusionOk="0">
                  <a:moveTo>
                    <a:pt x="0" y="53912"/>
                  </a:moveTo>
                  <a:lnTo>
                    <a:pt x="0" y="42291"/>
                  </a:lnTo>
                  <a:cubicBezTo>
                    <a:pt x="571" y="42482"/>
                    <a:pt x="1715" y="42863"/>
                    <a:pt x="2667" y="42863"/>
                  </a:cubicBezTo>
                  <a:cubicBezTo>
                    <a:pt x="6763" y="42863"/>
                    <a:pt x="7715" y="40196"/>
                    <a:pt x="8573" y="30671"/>
                  </a:cubicBezTo>
                  <a:cubicBezTo>
                    <a:pt x="10096" y="11240"/>
                    <a:pt x="10096" y="0"/>
                    <a:pt x="10096" y="0"/>
                  </a:cubicBezTo>
                  <a:lnTo>
                    <a:pt x="53435" y="0"/>
                  </a:lnTo>
                  <a:lnTo>
                    <a:pt x="53435" y="53912"/>
                  </a:lnTo>
                  <a:lnTo>
                    <a:pt x="38005" y="53912"/>
                  </a:lnTo>
                  <a:lnTo>
                    <a:pt x="38005" y="13526"/>
                  </a:lnTo>
                  <a:lnTo>
                    <a:pt x="23717" y="13526"/>
                  </a:lnTo>
                  <a:cubicBezTo>
                    <a:pt x="23527" y="17621"/>
                    <a:pt x="23622" y="22574"/>
                    <a:pt x="23050" y="29432"/>
                  </a:cubicBezTo>
                  <a:cubicBezTo>
                    <a:pt x="21908" y="46101"/>
                    <a:pt x="19336" y="54959"/>
                    <a:pt x="6001" y="54959"/>
                  </a:cubicBezTo>
                  <a:cubicBezTo>
                    <a:pt x="2858" y="54959"/>
                    <a:pt x="0" y="53912"/>
                    <a:pt x="0" y="5391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12" name="Полилиния: фигура 111"/>
            <p:cNvSpPr/>
            <p:nvPr/>
          </p:nvSpPr>
          <p:spPr bwMode="auto">
            <a:xfrm>
              <a:off x="5406036" y="1402174"/>
              <a:ext cx="47625" cy="47625"/>
            </a:xfrm>
            <a:custGeom>
              <a:avLst/>
              <a:gdLst>
                <a:gd name="connsiteX0" fmla="*/ 0 w 47625"/>
                <a:gd name="connsiteY0" fmla="*/ 0 h 47625"/>
                <a:gd name="connsiteX1" fmla="*/ 15621 w 47625"/>
                <a:gd name="connsiteY1" fmla="*/ 0 h 47625"/>
                <a:gd name="connsiteX2" fmla="*/ 15621 w 47625"/>
                <a:gd name="connsiteY2" fmla="*/ 30480 h 47625"/>
                <a:gd name="connsiteX3" fmla="*/ 15812 w 47625"/>
                <a:gd name="connsiteY3" fmla="*/ 30480 h 47625"/>
                <a:gd name="connsiteX4" fmla="*/ 36386 w 47625"/>
                <a:gd name="connsiteY4" fmla="*/ 0 h 47625"/>
                <a:gd name="connsiteX5" fmla="*/ 49816 w 47625"/>
                <a:gd name="connsiteY5" fmla="*/ 0 h 47625"/>
                <a:gd name="connsiteX6" fmla="*/ 49816 w 47625"/>
                <a:gd name="connsiteY6" fmla="*/ 53912 h 47625"/>
                <a:gd name="connsiteX7" fmla="*/ 34195 w 47625"/>
                <a:gd name="connsiteY7" fmla="*/ 53912 h 47625"/>
                <a:gd name="connsiteX8" fmla="*/ 34195 w 47625"/>
                <a:gd name="connsiteY8" fmla="*/ 23431 h 47625"/>
                <a:gd name="connsiteX9" fmla="*/ 34100 w 47625"/>
                <a:gd name="connsiteY9" fmla="*/ 23431 h 47625"/>
                <a:gd name="connsiteX10" fmla="*/ 13621 w 47625"/>
                <a:gd name="connsiteY10" fmla="*/ 53912 h 47625"/>
                <a:gd name="connsiteX11" fmla="*/ 95 w 47625"/>
                <a:gd name="connsiteY11" fmla="*/ 53912 h 47625"/>
                <a:gd name="connsiteX12" fmla="*/ 95 w 47625"/>
                <a:gd name="connsiteY12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 fill="norm" stroke="1" extrusionOk="0">
                  <a:moveTo>
                    <a:pt x="0" y="0"/>
                  </a:moveTo>
                  <a:lnTo>
                    <a:pt x="15621" y="0"/>
                  </a:lnTo>
                  <a:lnTo>
                    <a:pt x="15621" y="30480"/>
                  </a:lnTo>
                  <a:lnTo>
                    <a:pt x="15812" y="30480"/>
                  </a:lnTo>
                  <a:lnTo>
                    <a:pt x="36386" y="0"/>
                  </a:lnTo>
                  <a:lnTo>
                    <a:pt x="49816" y="0"/>
                  </a:lnTo>
                  <a:lnTo>
                    <a:pt x="49816" y="53912"/>
                  </a:lnTo>
                  <a:lnTo>
                    <a:pt x="34195" y="53912"/>
                  </a:lnTo>
                  <a:lnTo>
                    <a:pt x="34195" y="23431"/>
                  </a:lnTo>
                  <a:lnTo>
                    <a:pt x="34100" y="23431"/>
                  </a:lnTo>
                  <a:lnTo>
                    <a:pt x="13621" y="53912"/>
                  </a:lnTo>
                  <a:lnTo>
                    <a:pt x="95" y="53912"/>
                  </a:lnTo>
                  <a:lnTo>
                    <a:pt x="95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13" name="Полилиния: фигура 112"/>
            <p:cNvSpPr/>
            <p:nvPr/>
          </p:nvSpPr>
          <p:spPr bwMode="auto">
            <a:xfrm>
              <a:off x="5465473" y="1402269"/>
              <a:ext cx="47625" cy="47625"/>
            </a:xfrm>
            <a:custGeom>
              <a:avLst/>
              <a:gdLst>
                <a:gd name="connsiteX0" fmla="*/ 15812 w 47625"/>
                <a:gd name="connsiteY0" fmla="*/ 13526 h 47625"/>
                <a:gd name="connsiteX1" fmla="*/ 0 w 47625"/>
                <a:gd name="connsiteY1" fmla="*/ 13526 h 47625"/>
                <a:gd name="connsiteX2" fmla="*/ 0 w 47625"/>
                <a:gd name="connsiteY2" fmla="*/ 0 h 47625"/>
                <a:gd name="connsiteX3" fmla="*/ 48482 w 47625"/>
                <a:gd name="connsiteY3" fmla="*/ 0 h 47625"/>
                <a:gd name="connsiteX4" fmla="*/ 43434 w 47625"/>
                <a:gd name="connsiteY4" fmla="*/ 13526 h 47625"/>
                <a:gd name="connsiteX5" fmla="*/ 31337 w 47625"/>
                <a:gd name="connsiteY5" fmla="*/ 13526 h 47625"/>
                <a:gd name="connsiteX6" fmla="*/ 31337 w 47625"/>
                <a:gd name="connsiteY6" fmla="*/ 53912 h 47625"/>
                <a:gd name="connsiteX7" fmla="*/ 15716 w 47625"/>
                <a:gd name="connsiteY7" fmla="*/ 53912 h 47625"/>
                <a:gd name="connsiteX8" fmla="*/ 15716 w 47625"/>
                <a:gd name="connsiteY8" fmla="*/ 13526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625" h="47625" fill="norm" stroke="1" extrusionOk="0">
                  <a:moveTo>
                    <a:pt x="15812" y="13526"/>
                  </a:moveTo>
                  <a:lnTo>
                    <a:pt x="0" y="13526"/>
                  </a:lnTo>
                  <a:lnTo>
                    <a:pt x="0" y="0"/>
                  </a:lnTo>
                  <a:lnTo>
                    <a:pt x="48482" y="0"/>
                  </a:lnTo>
                  <a:lnTo>
                    <a:pt x="43434" y="13526"/>
                  </a:lnTo>
                  <a:lnTo>
                    <a:pt x="31337" y="13526"/>
                  </a:lnTo>
                  <a:lnTo>
                    <a:pt x="31337" y="53912"/>
                  </a:lnTo>
                  <a:lnTo>
                    <a:pt x="15716" y="53912"/>
                  </a:lnTo>
                  <a:lnTo>
                    <a:pt x="15716" y="1352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14" name="Полилиния: фигура 113"/>
            <p:cNvSpPr/>
            <p:nvPr/>
          </p:nvSpPr>
          <p:spPr bwMode="auto">
            <a:xfrm>
              <a:off x="5516241" y="1400936"/>
              <a:ext cx="47625" cy="47625"/>
            </a:xfrm>
            <a:custGeom>
              <a:avLst/>
              <a:gdLst>
                <a:gd name="connsiteX0" fmla="*/ 0 w 47625"/>
                <a:gd name="connsiteY0" fmla="*/ 28194 h 47625"/>
                <a:gd name="connsiteX1" fmla="*/ 26575 w 47625"/>
                <a:gd name="connsiteY1" fmla="*/ 0 h 47625"/>
                <a:gd name="connsiteX2" fmla="*/ 52673 w 47625"/>
                <a:gd name="connsiteY2" fmla="*/ 29623 h 47625"/>
                <a:gd name="connsiteX3" fmla="*/ 52673 w 47625"/>
                <a:gd name="connsiteY3" fmla="*/ 33338 h 47625"/>
                <a:gd name="connsiteX4" fmla="*/ 16859 w 47625"/>
                <a:gd name="connsiteY4" fmla="*/ 33338 h 47625"/>
                <a:gd name="connsiteX5" fmla="*/ 29146 w 47625"/>
                <a:gd name="connsiteY5" fmla="*/ 42482 h 47625"/>
                <a:gd name="connsiteX6" fmla="*/ 40386 w 47625"/>
                <a:gd name="connsiteY6" fmla="*/ 37338 h 47625"/>
                <a:gd name="connsiteX7" fmla="*/ 50387 w 47625"/>
                <a:gd name="connsiteY7" fmla="*/ 47339 h 47625"/>
                <a:gd name="connsiteX8" fmla="*/ 27432 w 47625"/>
                <a:gd name="connsiteY8" fmla="*/ 56388 h 47625"/>
                <a:gd name="connsiteX9" fmla="*/ 0 w 47625"/>
                <a:gd name="connsiteY9" fmla="*/ 28194 h 47625"/>
                <a:gd name="connsiteX10" fmla="*/ 36290 w 47625"/>
                <a:gd name="connsiteY10" fmla="*/ 22098 h 47625"/>
                <a:gd name="connsiteX11" fmla="*/ 26479 w 47625"/>
                <a:gd name="connsiteY11" fmla="*/ 12382 h 47625"/>
                <a:gd name="connsiteX12" fmla="*/ 16669 w 47625"/>
                <a:gd name="connsiteY12" fmla="*/ 22098 h 47625"/>
                <a:gd name="connsiteX13" fmla="*/ 36290 w 47625"/>
                <a:gd name="connsiteY13" fmla="*/ 22098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" h="47625" fill="norm" stroke="1" extrusionOk="0">
                  <a:moveTo>
                    <a:pt x="0" y="28194"/>
                  </a:moveTo>
                  <a:cubicBezTo>
                    <a:pt x="0" y="11716"/>
                    <a:pt x="11049" y="0"/>
                    <a:pt x="26575" y="0"/>
                  </a:cubicBezTo>
                  <a:cubicBezTo>
                    <a:pt x="41338" y="0"/>
                    <a:pt x="52673" y="8954"/>
                    <a:pt x="52673" y="29623"/>
                  </a:cubicBezTo>
                  <a:lnTo>
                    <a:pt x="52673" y="33338"/>
                  </a:lnTo>
                  <a:lnTo>
                    <a:pt x="16859" y="33338"/>
                  </a:lnTo>
                  <a:cubicBezTo>
                    <a:pt x="18002" y="40291"/>
                    <a:pt x="24098" y="42482"/>
                    <a:pt x="29146" y="42482"/>
                  </a:cubicBezTo>
                  <a:cubicBezTo>
                    <a:pt x="34100" y="42482"/>
                    <a:pt x="38481" y="40100"/>
                    <a:pt x="40386" y="37338"/>
                  </a:cubicBezTo>
                  <a:lnTo>
                    <a:pt x="50387" y="47339"/>
                  </a:lnTo>
                  <a:cubicBezTo>
                    <a:pt x="43910" y="53626"/>
                    <a:pt x="36385" y="56388"/>
                    <a:pt x="27432" y="56388"/>
                  </a:cubicBezTo>
                  <a:cubicBezTo>
                    <a:pt x="13335" y="56483"/>
                    <a:pt x="0" y="46482"/>
                    <a:pt x="0" y="28194"/>
                  </a:cubicBezTo>
                  <a:close/>
                  <a:moveTo>
                    <a:pt x="36290" y="22098"/>
                  </a:moveTo>
                  <a:cubicBezTo>
                    <a:pt x="35623" y="16097"/>
                    <a:pt x="32480" y="12382"/>
                    <a:pt x="26479" y="12382"/>
                  </a:cubicBezTo>
                  <a:cubicBezTo>
                    <a:pt x="21050" y="12382"/>
                    <a:pt x="17621" y="16573"/>
                    <a:pt x="16669" y="22098"/>
                  </a:cubicBezTo>
                  <a:lnTo>
                    <a:pt x="36290" y="2209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15" name="Полилиния: фигура 114"/>
            <p:cNvSpPr/>
            <p:nvPr/>
          </p:nvSpPr>
          <p:spPr bwMode="auto">
            <a:xfrm>
              <a:off x="5580154" y="1402174"/>
              <a:ext cx="47625" cy="47625"/>
            </a:xfrm>
            <a:custGeom>
              <a:avLst/>
              <a:gdLst>
                <a:gd name="connsiteX0" fmla="*/ 0 w 47625"/>
                <a:gd name="connsiteY0" fmla="*/ 0 h 47625"/>
                <a:gd name="connsiteX1" fmla="*/ 15621 w 47625"/>
                <a:gd name="connsiteY1" fmla="*/ 0 h 47625"/>
                <a:gd name="connsiteX2" fmla="*/ 15621 w 47625"/>
                <a:gd name="connsiteY2" fmla="*/ 19907 h 47625"/>
                <a:gd name="connsiteX3" fmla="*/ 33242 w 47625"/>
                <a:gd name="connsiteY3" fmla="*/ 19907 h 47625"/>
                <a:gd name="connsiteX4" fmla="*/ 33242 w 47625"/>
                <a:gd name="connsiteY4" fmla="*/ 0 h 47625"/>
                <a:gd name="connsiteX5" fmla="*/ 48863 w 47625"/>
                <a:gd name="connsiteY5" fmla="*/ 0 h 47625"/>
                <a:gd name="connsiteX6" fmla="*/ 48863 w 47625"/>
                <a:gd name="connsiteY6" fmla="*/ 53912 h 47625"/>
                <a:gd name="connsiteX7" fmla="*/ 33242 w 47625"/>
                <a:gd name="connsiteY7" fmla="*/ 53912 h 47625"/>
                <a:gd name="connsiteX8" fmla="*/ 33242 w 47625"/>
                <a:gd name="connsiteY8" fmla="*/ 33528 h 47625"/>
                <a:gd name="connsiteX9" fmla="*/ 15621 w 47625"/>
                <a:gd name="connsiteY9" fmla="*/ 33528 h 47625"/>
                <a:gd name="connsiteX10" fmla="*/ 15621 w 47625"/>
                <a:gd name="connsiteY10" fmla="*/ 53912 h 47625"/>
                <a:gd name="connsiteX11" fmla="*/ 0 w 47625"/>
                <a:gd name="connsiteY11" fmla="*/ 53912 h 47625"/>
                <a:gd name="connsiteX12" fmla="*/ 0 w 47625"/>
                <a:gd name="connsiteY12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 fill="norm" stroke="1" extrusionOk="0">
                  <a:moveTo>
                    <a:pt x="0" y="0"/>
                  </a:moveTo>
                  <a:lnTo>
                    <a:pt x="15621" y="0"/>
                  </a:lnTo>
                  <a:lnTo>
                    <a:pt x="15621" y="19907"/>
                  </a:lnTo>
                  <a:lnTo>
                    <a:pt x="33242" y="19907"/>
                  </a:lnTo>
                  <a:lnTo>
                    <a:pt x="33242" y="0"/>
                  </a:lnTo>
                  <a:lnTo>
                    <a:pt x="48863" y="0"/>
                  </a:lnTo>
                  <a:lnTo>
                    <a:pt x="48863" y="53912"/>
                  </a:lnTo>
                  <a:lnTo>
                    <a:pt x="33242" y="53912"/>
                  </a:lnTo>
                  <a:lnTo>
                    <a:pt x="33242" y="33528"/>
                  </a:lnTo>
                  <a:lnTo>
                    <a:pt x="15621" y="33528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16" name="Полилиния: фигура 115"/>
            <p:cNvSpPr/>
            <p:nvPr/>
          </p:nvSpPr>
          <p:spPr bwMode="auto">
            <a:xfrm>
              <a:off x="4552692" y="1289684"/>
              <a:ext cx="171450" cy="114300"/>
            </a:xfrm>
            <a:custGeom>
              <a:avLst/>
              <a:gdLst>
                <a:gd name="connsiteX0" fmla="*/ 62865 w 171450"/>
                <a:gd name="connsiteY0" fmla="*/ 105251 h 114300"/>
                <a:gd name="connsiteX1" fmla="*/ 53530 w 171450"/>
                <a:gd name="connsiteY1" fmla="*/ 105251 h 114300"/>
                <a:gd name="connsiteX2" fmla="*/ 62675 w 171450"/>
                <a:gd name="connsiteY2" fmla="*/ 79058 h 114300"/>
                <a:gd name="connsiteX3" fmla="*/ 88963 w 171450"/>
                <a:gd name="connsiteY3" fmla="*/ 122301 h 114300"/>
                <a:gd name="connsiteX4" fmla="*/ 115252 w 171450"/>
                <a:gd name="connsiteY4" fmla="*/ 79058 h 114300"/>
                <a:gd name="connsiteX5" fmla="*/ 124396 w 171450"/>
                <a:gd name="connsiteY5" fmla="*/ 105251 h 114300"/>
                <a:gd name="connsiteX6" fmla="*/ 114967 w 171450"/>
                <a:gd name="connsiteY6" fmla="*/ 105251 h 114300"/>
                <a:gd name="connsiteX7" fmla="*/ 114967 w 171450"/>
                <a:gd name="connsiteY7" fmla="*/ 121063 h 114300"/>
                <a:gd name="connsiteX8" fmla="*/ 177832 w 171450"/>
                <a:gd name="connsiteY8" fmla="*/ 121063 h 114300"/>
                <a:gd name="connsiteX9" fmla="*/ 177832 w 171450"/>
                <a:gd name="connsiteY9" fmla="*/ 105251 h 114300"/>
                <a:gd name="connsiteX10" fmla="*/ 165640 w 171450"/>
                <a:gd name="connsiteY10" fmla="*/ 105251 h 114300"/>
                <a:gd name="connsiteX11" fmla="*/ 124016 w 171450"/>
                <a:gd name="connsiteY11" fmla="*/ 0 h 114300"/>
                <a:gd name="connsiteX12" fmla="*/ 88963 w 171450"/>
                <a:gd name="connsiteY12" fmla="*/ 61436 h 114300"/>
                <a:gd name="connsiteX13" fmla="*/ 53912 w 171450"/>
                <a:gd name="connsiteY13" fmla="*/ 0 h 114300"/>
                <a:gd name="connsiteX14" fmla="*/ 12287 w 171450"/>
                <a:gd name="connsiteY14" fmla="*/ 105251 h 114300"/>
                <a:gd name="connsiteX15" fmla="*/ 0 w 171450"/>
                <a:gd name="connsiteY15" fmla="*/ 105251 h 114300"/>
                <a:gd name="connsiteX16" fmla="*/ 0 w 171450"/>
                <a:gd name="connsiteY16" fmla="*/ 121063 h 114300"/>
                <a:gd name="connsiteX17" fmla="*/ 62865 w 171450"/>
                <a:gd name="connsiteY17" fmla="*/ 121063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1450" h="114300" fill="norm" stroke="1" extrusionOk="0">
                  <a:moveTo>
                    <a:pt x="62865" y="105251"/>
                  </a:moveTo>
                  <a:lnTo>
                    <a:pt x="53530" y="105251"/>
                  </a:lnTo>
                  <a:lnTo>
                    <a:pt x="62675" y="79058"/>
                  </a:lnTo>
                  <a:lnTo>
                    <a:pt x="88963" y="122301"/>
                  </a:lnTo>
                  <a:lnTo>
                    <a:pt x="115252" y="79058"/>
                  </a:lnTo>
                  <a:lnTo>
                    <a:pt x="124396" y="105251"/>
                  </a:lnTo>
                  <a:lnTo>
                    <a:pt x="114967" y="105251"/>
                  </a:lnTo>
                  <a:lnTo>
                    <a:pt x="114967" y="121063"/>
                  </a:lnTo>
                  <a:lnTo>
                    <a:pt x="177832" y="121063"/>
                  </a:lnTo>
                  <a:lnTo>
                    <a:pt x="177832" y="105251"/>
                  </a:lnTo>
                  <a:lnTo>
                    <a:pt x="165640" y="105251"/>
                  </a:lnTo>
                  <a:lnTo>
                    <a:pt x="124016" y="0"/>
                  </a:lnTo>
                  <a:lnTo>
                    <a:pt x="88963" y="61436"/>
                  </a:lnTo>
                  <a:lnTo>
                    <a:pt x="53912" y="0"/>
                  </a:lnTo>
                  <a:lnTo>
                    <a:pt x="12287" y="105251"/>
                  </a:lnTo>
                  <a:lnTo>
                    <a:pt x="0" y="105251"/>
                  </a:lnTo>
                  <a:lnTo>
                    <a:pt x="0" y="121063"/>
                  </a:lnTo>
                  <a:lnTo>
                    <a:pt x="62865" y="12106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17" name="Полилиния: фигура 116"/>
            <p:cNvSpPr/>
            <p:nvPr/>
          </p:nvSpPr>
          <p:spPr bwMode="auto">
            <a:xfrm>
              <a:off x="4475539" y="1199387"/>
              <a:ext cx="323850" cy="400050"/>
            </a:xfrm>
            <a:custGeom>
              <a:avLst/>
              <a:gdLst>
                <a:gd name="connsiteX0" fmla="*/ 332137 w 323850"/>
                <a:gd name="connsiteY0" fmla="*/ 166116 h 400050"/>
                <a:gd name="connsiteX1" fmla="*/ 166116 w 323850"/>
                <a:gd name="connsiteY1" fmla="*/ 0 h 400050"/>
                <a:gd name="connsiteX2" fmla="*/ 0 w 323850"/>
                <a:gd name="connsiteY2" fmla="*/ 166116 h 400050"/>
                <a:gd name="connsiteX3" fmla="*/ 48482 w 323850"/>
                <a:gd name="connsiteY3" fmla="*/ 283369 h 400050"/>
                <a:gd name="connsiteX4" fmla="*/ 58198 w 323850"/>
                <a:gd name="connsiteY4" fmla="*/ 287369 h 400050"/>
                <a:gd name="connsiteX5" fmla="*/ 71723 w 323850"/>
                <a:gd name="connsiteY5" fmla="*/ 273844 h 400050"/>
                <a:gd name="connsiteX6" fmla="*/ 67628 w 323850"/>
                <a:gd name="connsiteY6" fmla="*/ 264033 h 400050"/>
                <a:gd name="connsiteX7" fmla="*/ 27051 w 323850"/>
                <a:gd name="connsiteY7" fmla="*/ 166021 h 400050"/>
                <a:gd name="connsiteX8" fmla="*/ 166116 w 323850"/>
                <a:gd name="connsiteY8" fmla="*/ 26956 h 400050"/>
                <a:gd name="connsiteX9" fmla="*/ 305181 w 323850"/>
                <a:gd name="connsiteY9" fmla="*/ 166021 h 400050"/>
                <a:gd name="connsiteX10" fmla="*/ 264414 w 323850"/>
                <a:gd name="connsiteY10" fmla="*/ 264319 h 400050"/>
                <a:gd name="connsiteX11" fmla="*/ 146971 w 323850"/>
                <a:gd name="connsiteY11" fmla="*/ 381762 h 400050"/>
                <a:gd name="connsiteX12" fmla="*/ 166116 w 323850"/>
                <a:gd name="connsiteY12" fmla="*/ 400907 h 400050"/>
                <a:gd name="connsiteX13" fmla="*/ 283655 w 323850"/>
                <a:gd name="connsiteY13" fmla="*/ 283369 h 400050"/>
                <a:gd name="connsiteX14" fmla="*/ 332137 w 323850"/>
                <a:gd name="connsiteY14" fmla="*/ 166116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23850" h="400050" fill="norm" stroke="1" extrusionOk="0">
                  <a:moveTo>
                    <a:pt x="332137" y="166116"/>
                  </a:moveTo>
                  <a:cubicBezTo>
                    <a:pt x="332137" y="74390"/>
                    <a:pt x="257842" y="0"/>
                    <a:pt x="166116" y="0"/>
                  </a:cubicBezTo>
                  <a:cubicBezTo>
                    <a:pt x="74390" y="0"/>
                    <a:pt x="0" y="74390"/>
                    <a:pt x="0" y="166116"/>
                  </a:cubicBezTo>
                  <a:cubicBezTo>
                    <a:pt x="0" y="211931"/>
                    <a:pt x="18574" y="253460"/>
                    <a:pt x="48482" y="283369"/>
                  </a:cubicBezTo>
                  <a:cubicBezTo>
                    <a:pt x="51054" y="285941"/>
                    <a:pt x="54388" y="287369"/>
                    <a:pt x="58198" y="287369"/>
                  </a:cubicBezTo>
                  <a:cubicBezTo>
                    <a:pt x="65627" y="287369"/>
                    <a:pt x="71723" y="281273"/>
                    <a:pt x="71723" y="273844"/>
                  </a:cubicBezTo>
                  <a:cubicBezTo>
                    <a:pt x="71723" y="270034"/>
                    <a:pt x="70104" y="266605"/>
                    <a:pt x="67628" y="264033"/>
                  </a:cubicBezTo>
                  <a:cubicBezTo>
                    <a:pt x="42672" y="239078"/>
                    <a:pt x="27051" y="204216"/>
                    <a:pt x="27051" y="166021"/>
                  </a:cubicBezTo>
                  <a:cubicBezTo>
                    <a:pt x="27051" y="89345"/>
                    <a:pt x="89440" y="26956"/>
                    <a:pt x="166116" y="26956"/>
                  </a:cubicBezTo>
                  <a:cubicBezTo>
                    <a:pt x="242792" y="26956"/>
                    <a:pt x="305181" y="89345"/>
                    <a:pt x="305181" y="166021"/>
                  </a:cubicBezTo>
                  <a:cubicBezTo>
                    <a:pt x="305181" y="204406"/>
                    <a:pt x="289560" y="239173"/>
                    <a:pt x="264414" y="264319"/>
                  </a:cubicBezTo>
                  <a:lnTo>
                    <a:pt x="146971" y="381762"/>
                  </a:lnTo>
                  <a:lnTo>
                    <a:pt x="166116" y="400907"/>
                  </a:lnTo>
                  <a:lnTo>
                    <a:pt x="283655" y="283369"/>
                  </a:lnTo>
                  <a:cubicBezTo>
                    <a:pt x="313563" y="253365"/>
                    <a:pt x="332137" y="211931"/>
                    <a:pt x="332137" y="16611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822611238" name="Мосгортранс" hidden="1"/>
          <p:cNvGrpSpPr>
            <a:grpSpLocks noChangeAspect="1"/>
          </p:cNvGrpSpPr>
          <p:nvPr userDrawn="1"/>
        </p:nvGrpSpPr>
        <p:grpSpPr bwMode="auto">
          <a:xfrm>
            <a:off x="1254294" y="6388794"/>
            <a:ext cx="879328" cy="319479"/>
            <a:chOff x="6217253" y="1957387"/>
            <a:chExt cx="1101090" cy="400050"/>
          </a:xfrm>
          <a:solidFill>
            <a:srgbClr val="0A51A1"/>
          </a:solidFill>
        </p:grpSpPr>
        <p:sp>
          <p:nvSpPr>
            <p:cNvPr id="119" name="Полилиния: фигура 118"/>
            <p:cNvSpPr/>
            <p:nvPr/>
          </p:nvSpPr>
          <p:spPr bwMode="auto">
            <a:xfrm>
              <a:off x="6633782" y="2090928"/>
              <a:ext cx="104775" cy="66675"/>
            </a:xfrm>
            <a:custGeom>
              <a:avLst/>
              <a:gdLst>
                <a:gd name="connsiteX0" fmla="*/ 0 w 104775"/>
                <a:gd name="connsiteY0" fmla="*/ 74771 h 66675"/>
                <a:gd name="connsiteX1" fmla="*/ 24574 w 104775"/>
                <a:gd name="connsiteY1" fmla="*/ 0 h 66675"/>
                <a:gd name="connsiteX2" fmla="*/ 37243 w 104775"/>
                <a:gd name="connsiteY2" fmla="*/ 0 h 66675"/>
                <a:gd name="connsiteX3" fmla="*/ 54578 w 104775"/>
                <a:gd name="connsiteY3" fmla="*/ 50673 h 66675"/>
                <a:gd name="connsiteX4" fmla="*/ 54769 w 104775"/>
                <a:gd name="connsiteY4" fmla="*/ 50673 h 66675"/>
                <a:gd name="connsiteX5" fmla="*/ 71818 w 104775"/>
                <a:gd name="connsiteY5" fmla="*/ 0 h 66675"/>
                <a:gd name="connsiteX6" fmla="*/ 84487 w 104775"/>
                <a:gd name="connsiteY6" fmla="*/ 0 h 66675"/>
                <a:gd name="connsiteX7" fmla="*/ 108966 w 104775"/>
                <a:gd name="connsiteY7" fmla="*/ 74771 h 66675"/>
                <a:gd name="connsiteX8" fmla="*/ 90868 w 104775"/>
                <a:gd name="connsiteY8" fmla="*/ 74771 h 66675"/>
                <a:gd name="connsiteX9" fmla="*/ 77724 w 104775"/>
                <a:gd name="connsiteY9" fmla="*/ 31147 h 66675"/>
                <a:gd name="connsiteX10" fmla="*/ 77533 w 104775"/>
                <a:gd name="connsiteY10" fmla="*/ 31147 h 66675"/>
                <a:gd name="connsiteX11" fmla="*/ 61913 w 104775"/>
                <a:gd name="connsiteY11" fmla="*/ 74771 h 66675"/>
                <a:gd name="connsiteX12" fmla="*/ 46863 w 104775"/>
                <a:gd name="connsiteY12" fmla="*/ 74771 h 66675"/>
                <a:gd name="connsiteX13" fmla="*/ 31242 w 104775"/>
                <a:gd name="connsiteY13" fmla="*/ 31147 h 66675"/>
                <a:gd name="connsiteX14" fmla="*/ 31051 w 104775"/>
                <a:gd name="connsiteY14" fmla="*/ 31147 h 66675"/>
                <a:gd name="connsiteX15" fmla="*/ 17907 w 104775"/>
                <a:gd name="connsiteY15" fmla="*/ 74771 h 66675"/>
                <a:gd name="connsiteX16" fmla="*/ 0 w 104775"/>
                <a:gd name="connsiteY16" fmla="*/ 74771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4775" h="66675" fill="norm" stroke="1" extrusionOk="0">
                  <a:moveTo>
                    <a:pt x="0" y="74771"/>
                  </a:moveTo>
                  <a:lnTo>
                    <a:pt x="24574" y="0"/>
                  </a:lnTo>
                  <a:lnTo>
                    <a:pt x="37243" y="0"/>
                  </a:lnTo>
                  <a:lnTo>
                    <a:pt x="54578" y="50673"/>
                  </a:lnTo>
                  <a:lnTo>
                    <a:pt x="54769" y="50673"/>
                  </a:lnTo>
                  <a:lnTo>
                    <a:pt x="71818" y="0"/>
                  </a:lnTo>
                  <a:lnTo>
                    <a:pt x="84487" y="0"/>
                  </a:lnTo>
                  <a:lnTo>
                    <a:pt x="108966" y="74771"/>
                  </a:lnTo>
                  <a:lnTo>
                    <a:pt x="90868" y="74771"/>
                  </a:lnTo>
                  <a:lnTo>
                    <a:pt x="77724" y="31147"/>
                  </a:lnTo>
                  <a:lnTo>
                    <a:pt x="77533" y="31147"/>
                  </a:lnTo>
                  <a:lnTo>
                    <a:pt x="61913" y="74771"/>
                  </a:lnTo>
                  <a:lnTo>
                    <a:pt x="46863" y="74771"/>
                  </a:lnTo>
                  <a:lnTo>
                    <a:pt x="31242" y="31147"/>
                  </a:lnTo>
                  <a:lnTo>
                    <a:pt x="31051" y="31147"/>
                  </a:lnTo>
                  <a:lnTo>
                    <a:pt x="17907" y="74771"/>
                  </a:lnTo>
                  <a:lnTo>
                    <a:pt x="0" y="7477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20" name="Полилиния: фигура 119"/>
            <p:cNvSpPr/>
            <p:nvPr/>
          </p:nvSpPr>
          <p:spPr bwMode="auto">
            <a:xfrm>
              <a:off x="6747510" y="2110454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3 w 47625"/>
                <a:gd name="connsiteY1" fmla="*/ 0 h 47625"/>
                <a:gd name="connsiteX2" fmla="*/ 55150 w 47625"/>
                <a:gd name="connsiteY2" fmla="*/ 28099 h 47625"/>
                <a:gd name="connsiteX3" fmla="*/ 27623 w 47625"/>
                <a:gd name="connsiteY3" fmla="*/ 56483 h 47625"/>
                <a:gd name="connsiteX4" fmla="*/ 0 w 47625"/>
                <a:gd name="connsiteY4" fmla="*/ 28099 h 47625"/>
                <a:gd name="connsiteX5" fmla="*/ 39053 w 47625"/>
                <a:gd name="connsiteY5" fmla="*/ 28099 h 47625"/>
                <a:gd name="connsiteX6" fmla="*/ 27718 w 47625"/>
                <a:gd name="connsiteY6" fmla="*/ 13907 h 47625"/>
                <a:gd name="connsiteX7" fmla="*/ 16288 w 47625"/>
                <a:gd name="connsiteY7" fmla="*/ 28099 h 47625"/>
                <a:gd name="connsiteX8" fmla="*/ 27718 w 47625"/>
                <a:gd name="connsiteY8" fmla="*/ 42672 h 47625"/>
                <a:gd name="connsiteX9" fmla="*/ 39053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 fill="norm" stroke="1" extrusionOk="0">
                  <a:moveTo>
                    <a:pt x="0" y="28099"/>
                  </a:moveTo>
                  <a:cubicBezTo>
                    <a:pt x="0" y="11621"/>
                    <a:pt x="11335" y="0"/>
                    <a:pt x="27623" y="0"/>
                  </a:cubicBezTo>
                  <a:cubicBezTo>
                    <a:pt x="43720" y="0"/>
                    <a:pt x="55150" y="11621"/>
                    <a:pt x="55150" y="28099"/>
                  </a:cubicBezTo>
                  <a:cubicBezTo>
                    <a:pt x="55150" y="44863"/>
                    <a:pt x="43720" y="56483"/>
                    <a:pt x="27623" y="56483"/>
                  </a:cubicBezTo>
                  <a:cubicBezTo>
                    <a:pt x="11335" y="56483"/>
                    <a:pt x="0" y="44863"/>
                    <a:pt x="0" y="28099"/>
                  </a:cubicBezTo>
                  <a:close/>
                  <a:moveTo>
                    <a:pt x="39053" y="28099"/>
                  </a:moveTo>
                  <a:cubicBezTo>
                    <a:pt x="39053" y="19717"/>
                    <a:pt x="34766" y="13907"/>
                    <a:pt x="27718" y="13907"/>
                  </a:cubicBezTo>
                  <a:cubicBezTo>
                    <a:pt x="20669" y="13907"/>
                    <a:pt x="16288" y="19812"/>
                    <a:pt x="16288" y="28099"/>
                  </a:cubicBezTo>
                  <a:cubicBezTo>
                    <a:pt x="16288" y="36195"/>
                    <a:pt x="20669" y="42672"/>
                    <a:pt x="27718" y="42672"/>
                  </a:cubicBezTo>
                  <a:cubicBezTo>
                    <a:pt x="34766" y="42577"/>
                    <a:pt x="39053" y="36195"/>
                    <a:pt x="39053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21" name="Полилиния: фигура 120"/>
            <p:cNvSpPr/>
            <p:nvPr/>
          </p:nvSpPr>
          <p:spPr bwMode="auto">
            <a:xfrm>
              <a:off x="6810661" y="2110454"/>
              <a:ext cx="38100" cy="47625"/>
            </a:xfrm>
            <a:custGeom>
              <a:avLst/>
              <a:gdLst>
                <a:gd name="connsiteX0" fmla="*/ 0 w 38100"/>
                <a:gd name="connsiteY0" fmla="*/ 28099 h 47625"/>
                <a:gd name="connsiteX1" fmla="*/ 26670 w 38100"/>
                <a:gd name="connsiteY1" fmla="*/ 0 h 47625"/>
                <a:gd name="connsiteX2" fmla="*/ 47149 w 38100"/>
                <a:gd name="connsiteY2" fmla="*/ 7525 h 47625"/>
                <a:gd name="connsiteX3" fmla="*/ 37243 w 38100"/>
                <a:gd name="connsiteY3" fmla="*/ 17335 h 47625"/>
                <a:gd name="connsiteX4" fmla="*/ 27622 w 38100"/>
                <a:gd name="connsiteY4" fmla="*/ 13811 h 47625"/>
                <a:gd name="connsiteX5" fmla="*/ 16288 w 38100"/>
                <a:gd name="connsiteY5" fmla="*/ 28099 h 47625"/>
                <a:gd name="connsiteX6" fmla="*/ 27622 w 38100"/>
                <a:gd name="connsiteY6" fmla="*/ 42672 h 47625"/>
                <a:gd name="connsiteX7" fmla="*/ 37243 w 38100"/>
                <a:gd name="connsiteY7" fmla="*/ 39243 h 47625"/>
                <a:gd name="connsiteX8" fmla="*/ 47149 w 38100"/>
                <a:gd name="connsiteY8" fmla="*/ 49054 h 47625"/>
                <a:gd name="connsiteX9" fmla="*/ 26670 w 38100"/>
                <a:gd name="connsiteY9" fmla="*/ 56579 h 47625"/>
                <a:gd name="connsiteX10" fmla="*/ 0 w 38100"/>
                <a:gd name="connsiteY10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0" h="47625" fill="norm" stroke="1" extrusionOk="0">
                  <a:moveTo>
                    <a:pt x="0" y="28099"/>
                  </a:moveTo>
                  <a:cubicBezTo>
                    <a:pt x="0" y="11621"/>
                    <a:pt x="10573" y="0"/>
                    <a:pt x="26670" y="0"/>
                  </a:cubicBezTo>
                  <a:cubicBezTo>
                    <a:pt x="33433" y="0"/>
                    <a:pt x="40958" y="1429"/>
                    <a:pt x="47149" y="7525"/>
                  </a:cubicBezTo>
                  <a:lnTo>
                    <a:pt x="37243" y="17335"/>
                  </a:lnTo>
                  <a:cubicBezTo>
                    <a:pt x="34766" y="14764"/>
                    <a:pt x="31337" y="13811"/>
                    <a:pt x="27622" y="13811"/>
                  </a:cubicBezTo>
                  <a:cubicBezTo>
                    <a:pt x="20574" y="13811"/>
                    <a:pt x="16288" y="19812"/>
                    <a:pt x="16288" y="28099"/>
                  </a:cubicBezTo>
                  <a:cubicBezTo>
                    <a:pt x="16288" y="36385"/>
                    <a:pt x="20574" y="42672"/>
                    <a:pt x="27622" y="42672"/>
                  </a:cubicBezTo>
                  <a:cubicBezTo>
                    <a:pt x="31337" y="42672"/>
                    <a:pt x="34766" y="41720"/>
                    <a:pt x="37243" y="39243"/>
                  </a:cubicBezTo>
                  <a:lnTo>
                    <a:pt x="47149" y="49054"/>
                  </a:lnTo>
                  <a:cubicBezTo>
                    <a:pt x="40958" y="55150"/>
                    <a:pt x="33338" y="56579"/>
                    <a:pt x="26670" y="56579"/>
                  </a:cubicBezTo>
                  <a:cubicBezTo>
                    <a:pt x="10573" y="56483"/>
                    <a:pt x="0" y="44863"/>
                    <a:pt x="0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22" name="Полилиния: фигура 121"/>
            <p:cNvSpPr/>
            <p:nvPr/>
          </p:nvSpPr>
          <p:spPr bwMode="auto">
            <a:xfrm>
              <a:off x="6867239" y="2111692"/>
              <a:ext cx="28575" cy="47625"/>
            </a:xfrm>
            <a:custGeom>
              <a:avLst/>
              <a:gdLst>
                <a:gd name="connsiteX0" fmla="*/ 95 w 28575"/>
                <a:gd name="connsiteY0" fmla="*/ 0 h 47625"/>
                <a:gd name="connsiteX1" fmla="*/ 38005 w 28575"/>
                <a:gd name="connsiteY1" fmla="*/ 0 h 47625"/>
                <a:gd name="connsiteX2" fmla="*/ 32956 w 28575"/>
                <a:gd name="connsiteY2" fmla="*/ 13526 h 47625"/>
                <a:gd name="connsiteX3" fmla="*/ 15621 w 28575"/>
                <a:gd name="connsiteY3" fmla="*/ 13526 h 47625"/>
                <a:gd name="connsiteX4" fmla="*/ 15621 w 28575"/>
                <a:gd name="connsiteY4" fmla="*/ 53912 h 47625"/>
                <a:gd name="connsiteX5" fmla="*/ 0 w 28575"/>
                <a:gd name="connsiteY5" fmla="*/ 53912 h 47625"/>
                <a:gd name="connsiteX6" fmla="*/ 0 w 28575"/>
                <a:gd name="connsiteY6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575" h="47625" fill="norm" stroke="1" extrusionOk="0">
                  <a:moveTo>
                    <a:pt x="95" y="0"/>
                  </a:moveTo>
                  <a:lnTo>
                    <a:pt x="38005" y="0"/>
                  </a:lnTo>
                  <a:lnTo>
                    <a:pt x="32956" y="13526"/>
                  </a:lnTo>
                  <a:lnTo>
                    <a:pt x="15621" y="13526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23" name="Полилиния: фигура 122"/>
            <p:cNvSpPr/>
            <p:nvPr/>
          </p:nvSpPr>
          <p:spPr bwMode="auto">
            <a:xfrm>
              <a:off x="6909529" y="2110454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2 w 47625"/>
                <a:gd name="connsiteY1" fmla="*/ 0 h 47625"/>
                <a:gd name="connsiteX2" fmla="*/ 55150 w 47625"/>
                <a:gd name="connsiteY2" fmla="*/ 28099 h 47625"/>
                <a:gd name="connsiteX3" fmla="*/ 27622 w 47625"/>
                <a:gd name="connsiteY3" fmla="*/ 56483 h 47625"/>
                <a:gd name="connsiteX4" fmla="*/ 0 w 47625"/>
                <a:gd name="connsiteY4" fmla="*/ 28099 h 47625"/>
                <a:gd name="connsiteX5" fmla="*/ 39052 w 47625"/>
                <a:gd name="connsiteY5" fmla="*/ 28099 h 47625"/>
                <a:gd name="connsiteX6" fmla="*/ 27718 w 47625"/>
                <a:gd name="connsiteY6" fmla="*/ 13907 h 47625"/>
                <a:gd name="connsiteX7" fmla="*/ 16288 w 47625"/>
                <a:gd name="connsiteY7" fmla="*/ 28099 h 47625"/>
                <a:gd name="connsiteX8" fmla="*/ 27718 w 47625"/>
                <a:gd name="connsiteY8" fmla="*/ 42672 h 47625"/>
                <a:gd name="connsiteX9" fmla="*/ 39052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 fill="norm" stroke="1" extrusionOk="0">
                  <a:moveTo>
                    <a:pt x="0" y="28099"/>
                  </a:moveTo>
                  <a:cubicBezTo>
                    <a:pt x="0" y="11621"/>
                    <a:pt x="11335" y="0"/>
                    <a:pt x="27622" y="0"/>
                  </a:cubicBezTo>
                  <a:cubicBezTo>
                    <a:pt x="43720" y="0"/>
                    <a:pt x="55150" y="11621"/>
                    <a:pt x="55150" y="28099"/>
                  </a:cubicBezTo>
                  <a:cubicBezTo>
                    <a:pt x="55150" y="44863"/>
                    <a:pt x="43720" y="56483"/>
                    <a:pt x="27622" y="56483"/>
                  </a:cubicBezTo>
                  <a:cubicBezTo>
                    <a:pt x="11335" y="56483"/>
                    <a:pt x="0" y="44863"/>
                    <a:pt x="0" y="28099"/>
                  </a:cubicBezTo>
                  <a:close/>
                  <a:moveTo>
                    <a:pt x="39052" y="28099"/>
                  </a:moveTo>
                  <a:cubicBezTo>
                    <a:pt x="39052" y="19717"/>
                    <a:pt x="34766" y="13907"/>
                    <a:pt x="27718" y="13907"/>
                  </a:cubicBezTo>
                  <a:cubicBezTo>
                    <a:pt x="20669" y="13907"/>
                    <a:pt x="16288" y="19812"/>
                    <a:pt x="16288" y="28099"/>
                  </a:cubicBezTo>
                  <a:cubicBezTo>
                    <a:pt x="16288" y="36195"/>
                    <a:pt x="20669" y="42672"/>
                    <a:pt x="27718" y="42672"/>
                  </a:cubicBezTo>
                  <a:cubicBezTo>
                    <a:pt x="34766" y="42577"/>
                    <a:pt x="39052" y="36195"/>
                    <a:pt x="39052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24" name="Полилиния: фигура 123"/>
            <p:cNvSpPr/>
            <p:nvPr/>
          </p:nvSpPr>
          <p:spPr bwMode="auto">
            <a:xfrm>
              <a:off x="6976205" y="2110358"/>
              <a:ext cx="47625" cy="66675"/>
            </a:xfrm>
            <a:custGeom>
              <a:avLst/>
              <a:gdLst>
                <a:gd name="connsiteX0" fmla="*/ 15621 w 47625"/>
                <a:gd name="connsiteY0" fmla="*/ 75057 h 66675"/>
                <a:gd name="connsiteX1" fmla="*/ 0 w 47625"/>
                <a:gd name="connsiteY1" fmla="*/ 75057 h 66675"/>
                <a:gd name="connsiteX2" fmla="*/ 0 w 47625"/>
                <a:gd name="connsiteY2" fmla="*/ 1334 h 66675"/>
                <a:gd name="connsiteX3" fmla="*/ 15621 w 47625"/>
                <a:gd name="connsiteY3" fmla="*/ 1334 h 66675"/>
                <a:gd name="connsiteX4" fmla="*/ 15621 w 47625"/>
                <a:gd name="connsiteY4" fmla="*/ 6668 h 66675"/>
                <a:gd name="connsiteX5" fmla="*/ 15812 w 47625"/>
                <a:gd name="connsiteY5" fmla="*/ 6668 h 66675"/>
                <a:gd name="connsiteX6" fmla="*/ 30956 w 47625"/>
                <a:gd name="connsiteY6" fmla="*/ 0 h 66675"/>
                <a:gd name="connsiteX7" fmla="*/ 55626 w 47625"/>
                <a:gd name="connsiteY7" fmla="*/ 28099 h 66675"/>
                <a:gd name="connsiteX8" fmla="*/ 30956 w 47625"/>
                <a:gd name="connsiteY8" fmla="*/ 56483 h 66675"/>
                <a:gd name="connsiteX9" fmla="*/ 15812 w 47625"/>
                <a:gd name="connsiteY9" fmla="*/ 49816 h 66675"/>
                <a:gd name="connsiteX10" fmla="*/ 15621 w 47625"/>
                <a:gd name="connsiteY10" fmla="*/ 49816 h 66675"/>
                <a:gd name="connsiteX11" fmla="*/ 15621 w 47625"/>
                <a:gd name="connsiteY11" fmla="*/ 75057 h 66675"/>
                <a:gd name="connsiteX12" fmla="*/ 27242 w 47625"/>
                <a:gd name="connsiteY12" fmla="*/ 42482 h 66675"/>
                <a:gd name="connsiteX13" fmla="*/ 39433 w 47625"/>
                <a:gd name="connsiteY13" fmla="*/ 28099 h 66675"/>
                <a:gd name="connsiteX14" fmla="*/ 27242 w 47625"/>
                <a:gd name="connsiteY14" fmla="*/ 14002 h 66675"/>
                <a:gd name="connsiteX15" fmla="*/ 14954 w 47625"/>
                <a:gd name="connsiteY15" fmla="*/ 28099 h 66675"/>
                <a:gd name="connsiteX16" fmla="*/ 27242 w 47625"/>
                <a:gd name="connsiteY16" fmla="*/ 42482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625" h="66675" fill="norm" stroke="1" extrusionOk="0">
                  <a:moveTo>
                    <a:pt x="15621" y="75057"/>
                  </a:moveTo>
                  <a:lnTo>
                    <a:pt x="0" y="75057"/>
                  </a:lnTo>
                  <a:lnTo>
                    <a:pt x="0" y="1334"/>
                  </a:lnTo>
                  <a:lnTo>
                    <a:pt x="15621" y="1334"/>
                  </a:lnTo>
                  <a:lnTo>
                    <a:pt x="15621" y="6668"/>
                  </a:lnTo>
                  <a:lnTo>
                    <a:pt x="15812" y="6668"/>
                  </a:lnTo>
                  <a:cubicBezTo>
                    <a:pt x="18193" y="3810"/>
                    <a:pt x="22765" y="0"/>
                    <a:pt x="30956" y="0"/>
                  </a:cubicBezTo>
                  <a:cubicBezTo>
                    <a:pt x="45053" y="0"/>
                    <a:pt x="55626" y="11621"/>
                    <a:pt x="55626" y="28099"/>
                  </a:cubicBezTo>
                  <a:cubicBezTo>
                    <a:pt x="55626" y="44672"/>
                    <a:pt x="45053" y="56483"/>
                    <a:pt x="30956" y="56483"/>
                  </a:cubicBezTo>
                  <a:cubicBezTo>
                    <a:pt x="22765" y="56483"/>
                    <a:pt x="18097" y="52769"/>
                    <a:pt x="15812" y="49816"/>
                  </a:cubicBezTo>
                  <a:lnTo>
                    <a:pt x="15621" y="49816"/>
                  </a:lnTo>
                  <a:lnTo>
                    <a:pt x="15621" y="75057"/>
                  </a:lnTo>
                  <a:close/>
                  <a:moveTo>
                    <a:pt x="27242" y="42482"/>
                  </a:moveTo>
                  <a:cubicBezTo>
                    <a:pt x="34385" y="42482"/>
                    <a:pt x="39433" y="36385"/>
                    <a:pt x="39433" y="28099"/>
                  </a:cubicBezTo>
                  <a:cubicBezTo>
                    <a:pt x="39433" y="20193"/>
                    <a:pt x="34385" y="14002"/>
                    <a:pt x="27242" y="14002"/>
                  </a:cubicBezTo>
                  <a:cubicBezTo>
                    <a:pt x="20098" y="14002"/>
                    <a:pt x="14954" y="20193"/>
                    <a:pt x="14954" y="28099"/>
                  </a:cubicBezTo>
                  <a:cubicBezTo>
                    <a:pt x="14954" y="36385"/>
                    <a:pt x="20098" y="42482"/>
                    <a:pt x="27242" y="4248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25" name="Полилиния: фигура 124"/>
            <p:cNvSpPr/>
            <p:nvPr/>
          </p:nvSpPr>
          <p:spPr bwMode="auto">
            <a:xfrm>
              <a:off x="7038022" y="2111692"/>
              <a:ext cx="47625" cy="47625"/>
            </a:xfrm>
            <a:custGeom>
              <a:avLst/>
              <a:gdLst>
                <a:gd name="connsiteX0" fmla="*/ 15812 w 47625"/>
                <a:gd name="connsiteY0" fmla="*/ 13621 h 47625"/>
                <a:gd name="connsiteX1" fmla="*/ 0 w 47625"/>
                <a:gd name="connsiteY1" fmla="*/ 13621 h 47625"/>
                <a:gd name="connsiteX2" fmla="*/ 0 w 47625"/>
                <a:gd name="connsiteY2" fmla="*/ 0 h 47625"/>
                <a:gd name="connsiteX3" fmla="*/ 48482 w 47625"/>
                <a:gd name="connsiteY3" fmla="*/ 0 h 47625"/>
                <a:gd name="connsiteX4" fmla="*/ 43434 w 47625"/>
                <a:gd name="connsiteY4" fmla="*/ 13526 h 47625"/>
                <a:gd name="connsiteX5" fmla="*/ 31337 w 47625"/>
                <a:gd name="connsiteY5" fmla="*/ 13526 h 47625"/>
                <a:gd name="connsiteX6" fmla="*/ 31337 w 47625"/>
                <a:gd name="connsiteY6" fmla="*/ 53912 h 47625"/>
                <a:gd name="connsiteX7" fmla="*/ 15716 w 47625"/>
                <a:gd name="connsiteY7" fmla="*/ 53912 h 47625"/>
                <a:gd name="connsiteX8" fmla="*/ 15716 w 47625"/>
                <a:gd name="connsiteY8" fmla="*/ 13621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625" h="47625" fill="norm" stroke="1" extrusionOk="0">
                  <a:moveTo>
                    <a:pt x="15812" y="13621"/>
                  </a:moveTo>
                  <a:lnTo>
                    <a:pt x="0" y="13621"/>
                  </a:lnTo>
                  <a:lnTo>
                    <a:pt x="0" y="0"/>
                  </a:lnTo>
                  <a:lnTo>
                    <a:pt x="48482" y="0"/>
                  </a:lnTo>
                  <a:lnTo>
                    <a:pt x="43434" y="13526"/>
                  </a:lnTo>
                  <a:lnTo>
                    <a:pt x="31337" y="13526"/>
                  </a:lnTo>
                  <a:lnTo>
                    <a:pt x="31337" y="53912"/>
                  </a:lnTo>
                  <a:lnTo>
                    <a:pt x="15716" y="53912"/>
                  </a:lnTo>
                  <a:lnTo>
                    <a:pt x="15716" y="1362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26" name="Полилиния: фигура 125"/>
            <p:cNvSpPr/>
            <p:nvPr/>
          </p:nvSpPr>
          <p:spPr bwMode="auto">
            <a:xfrm>
              <a:off x="7094125" y="2110358"/>
              <a:ext cx="47625" cy="66675"/>
            </a:xfrm>
            <a:custGeom>
              <a:avLst/>
              <a:gdLst>
                <a:gd name="connsiteX0" fmla="*/ 15621 w 47625"/>
                <a:gd name="connsiteY0" fmla="*/ 75057 h 66675"/>
                <a:gd name="connsiteX1" fmla="*/ 0 w 47625"/>
                <a:gd name="connsiteY1" fmla="*/ 75057 h 66675"/>
                <a:gd name="connsiteX2" fmla="*/ 0 w 47625"/>
                <a:gd name="connsiteY2" fmla="*/ 1334 h 66675"/>
                <a:gd name="connsiteX3" fmla="*/ 15621 w 47625"/>
                <a:gd name="connsiteY3" fmla="*/ 1334 h 66675"/>
                <a:gd name="connsiteX4" fmla="*/ 15621 w 47625"/>
                <a:gd name="connsiteY4" fmla="*/ 6668 h 66675"/>
                <a:gd name="connsiteX5" fmla="*/ 15812 w 47625"/>
                <a:gd name="connsiteY5" fmla="*/ 6668 h 66675"/>
                <a:gd name="connsiteX6" fmla="*/ 30956 w 47625"/>
                <a:gd name="connsiteY6" fmla="*/ 0 h 66675"/>
                <a:gd name="connsiteX7" fmla="*/ 55626 w 47625"/>
                <a:gd name="connsiteY7" fmla="*/ 28099 h 66675"/>
                <a:gd name="connsiteX8" fmla="*/ 30956 w 47625"/>
                <a:gd name="connsiteY8" fmla="*/ 56483 h 66675"/>
                <a:gd name="connsiteX9" fmla="*/ 15812 w 47625"/>
                <a:gd name="connsiteY9" fmla="*/ 49816 h 66675"/>
                <a:gd name="connsiteX10" fmla="*/ 15621 w 47625"/>
                <a:gd name="connsiteY10" fmla="*/ 49816 h 66675"/>
                <a:gd name="connsiteX11" fmla="*/ 15621 w 47625"/>
                <a:gd name="connsiteY11" fmla="*/ 75057 h 66675"/>
                <a:gd name="connsiteX12" fmla="*/ 27242 w 47625"/>
                <a:gd name="connsiteY12" fmla="*/ 42482 h 66675"/>
                <a:gd name="connsiteX13" fmla="*/ 39433 w 47625"/>
                <a:gd name="connsiteY13" fmla="*/ 28099 h 66675"/>
                <a:gd name="connsiteX14" fmla="*/ 27242 w 47625"/>
                <a:gd name="connsiteY14" fmla="*/ 14002 h 66675"/>
                <a:gd name="connsiteX15" fmla="*/ 14954 w 47625"/>
                <a:gd name="connsiteY15" fmla="*/ 28099 h 66675"/>
                <a:gd name="connsiteX16" fmla="*/ 27242 w 47625"/>
                <a:gd name="connsiteY16" fmla="*/ 42482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625" h="66675" fill="norm" stroke="1" extrusionOk="0">
                  <a:moveTo>
                    <a:pt x="15621" y="75057"/>
                  </a:moveTo>
                  <a:lnTo>
                    <a:pt x="0" y="75057"/>
                  </a:lnTo>
                  <a:lnTo>
                    <a:pt x="0" y="1334"/>
                  </a:lnTo>
                  <a:lnTo>
                    <a:pt x="15621" y="1334"/>
                  </a:lnTo>
                  <a:lnTo>
                    <a:pt x="15621" y="6668"/>
                  </a:lnTo>
                  <a:lnTo>
                    <a:pt x="15812" y="6668"/>
                  </a:lnTo>
                  <a:cubicBezTo>
                    <a:pt x="18193" y="3810"/>
                    <a:pt x="22765" y="0"/>
                    <a:pt x="30956" y="0"/>
                  </a:cubicBezTo>
                  <a:cubicBezTo>
                    <a:pt x="45053" y="0"/>
                    <a:pt x="55626" y="11621"/>
                    <a:pt x="55626" y="28099"/>
                  </a:cubicBezTo>
                  <a:cubicBezTo>
                    <a:pt x="55626" y="44672"/>
                    <a:pt x="45053" y="56483"/>
                    <a:pt x="30956" y="56483"/>
                  </a:cubicBezTo>
                  <a:cubicBezTo>
                    <a:pt x="22765" y="56483"/>
                    <a:pt x="18098" y="52769"/>
                    <a:pt x="15812" y="49816"/>
                  </a:cubicBezTo>
                  <a:lnTo>
                    <a:pt x="15621" y="49816"/>
                  </a:lnTo>
                  <a:lnTo>
                    <a:pt x="15621" y="75057"/>
                  </a:lnTo>
                  <a:close/>
                  <a:moveTo>
                    <a:pt x="27242" y="42482"/>
                  </a:moveTo>
                  <a:cubicBezTo>
                    <a:pt x="34385" y="42482"/>
                    <a:pt x="39433" y="36385"/>
                    <a:pt x="39433" y="28099"/>
                  </a:cubicBezTo>
                  <a:cubicBezTo>
                    <a:pt x="39433" y="20193"/>
                    <a:pt x="34385" y="14002"/>
                    <a:pt x="27242" y="14002"/>
                  </a:cubicBezTo>
                  <a:cubicBezTo>
                    <a:pt x="20098" y="14002"/>
                    <a:pt x="14954" y="20193"/>
                    <a:pt x="14954" y="28099"/>
                  </a:cubicBezTo>
                  <a:cubicBezTo>
                    <a:pt x="14954" y="36385"/>
                    <a:pt x="20098" y="42482"/>
                    <a:pt x="27242" y="4248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27" name="Полилиния: фигура 126"/>
            <p:cNvSpPr/>
            <p:nvPr/>
          </p:nvSpPr>
          <p:spPr bwMode="auto">
            <a:xfrm>
              <a:off x="7157275" y="2110263"/>
              <a:ext cx="47625" cy="47625"/>
            </a:xfrm>
            <a:custGeom>
              <a:avLst/>
              <a:gdLst>
                <a:gd name="connsiteX0" fmla="*/ 0 w 47625"/>
                <a:gd name="connsiteY0" fmla="*/ 38481 h 47625"/>
                <a:gd name="connsiteX1" fmla="*/ 23813 w 47625"/>
                <a:gd name="connsiteY1" fmla="*/ 20860 h 47625"/>
                <a:gd name="connsiteX2" fmla="*/ 32861 w 47625"/>
                <a:gd name="connsiteY2" fmla="*/ 21431 h 47625"/>
                <a:gd name="connsiteX3" fmla="*/ 32861 w 47625"/>
                <a:gd name="connsiteY3" fmla="*/ 20669 h 47625"/>
                <a:gd name="connsiteX4" fmla="*/ 24194 w 47625"/>
                <a:gd name="connsiteY4" fmla="*/ 13811 h 47625"/>
                <a:gd name="connsiteX5" fmla="*/ 11621 w 47625"/>
                <a:gd name="connsiteY5" fmla="*/ 17717 h 47625"/>
                <a:gd name="connsiteX6" fmla="*/ 2476 w 47625"/>
                <a:gd name="connsiteY6" fmla="*/ 8382 h 47625"/>
                <a:gd name="connsiteX7" fmla="*/ 24955 w 47625"/>
                <a:gd name="connsiteY7" fmla="*/ 0 h 47625"/>
                <a:gd name="connsiteX8" fmla="*/ 48578 w 47625"/>
                <a:gd name="connsiteY8" fmla="*/ 20955 h 47625"/>
                <a:gd name="connsiteX9" fmla="*/ 48578 w 47625"/>
                <a:gd name="connsiteY9" fmla="*/ 55245 h 47625"/>
                <a:gd name="connsiteX10" fmla="*/ 33147 w 47625"/>
                <a:gd name="connsiteY10" fmla="*/ 55245 h 47625"/>
                <a:gd name="connsiteX11" fmla="*/ 33147 w 47625"/>
                <a:gd name="connsiteY11" fmla="*/ 49816 h 47625"/>
                <a:gd name="connsiteX12" fmla="*/ 32957 w 47625"/>
                <a:gd name="connsiteY12" fmla="*/ 49816 h 47625"/>
                <a:gd name="connsiteX13" fmla="*/ 18479 w 47625"/>
                <a:gd name="connsiteY13" fmla="*/ 56579 h 47625"/>
                <a:gd name="connsiteX14" fmla="*/ 0 w 47625"/>
                <a:gd name="connsiteY14" fmla="*/ 38481 h 47625"/>
                <a:gd name="connsiteX15" fmla="*/ 32861 w 47625"/>
                <a:gd name="connsiteY15" fmla="*/ 34766 h 47625"/>
                <a:gd name="connsiteX16" fmla="*/ 32861 w 47625"/>
                <a:gd name="connsiteY16" fmla="*/ 32957 h 47625"/>
                <a:gd name="connsiteX17" fmla="*/ 26003 w 47625"/>
                <a:gd name="connsiteY17" fmla="*/ 32195 h 47625"/>
                <a:gd name="connsiteX18" fmla="*/ 15716 w 47625"/>
                <a:gd name="connsiteY18" fmla="*/ 38386 h 47625"/>
                <a:gd name="connsiteX19" fmla="*/ 23146 w 47625"/>
                <a:gd name="connsiteY19" fmla="*/ 44482 h 47625"/>
                <a:gd name="connsiteX20" fmla="*/ 32861 w 47625"/>
                <a:gd name="connsiteY20" fmla="*/ 34766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7625" h="47625" fill="norm" stroke="1" extrusionOk="0">
                  <a:moveTo>
                    <a:pt x="0" y="38481"/>
                  </a:moveTo>
                  <a:cubicBezTo>
                    <a:pt x="0" y="29909"/>
                    <a:pt x="7144" y="20860"/>
                    <a:pt x="23813" y="20860"/>
                  </a:cubicBezTo>
                  <a:cubicBezTo>
                    <a:pt x="26194" y="20860"/>
                    <a:pt x="30004" y="20955"/>
                    <a:pt x="32861" y="21431"/>
                  </a:cubicBezTo>
                  <a:lnTo>
                    <a:pt x="32861" y="20669"/>
                  </a:lnTo>
                  <a:cubicBezTo>
                    <a:pt x="32861" y="15621"/>
                    <a:pt x="28766" y="13811"/>
                    <a:pt x="24194" y="13811"/>
                  </a:cubicBezTo>
                  <a:cubicBezTo>
                    <a:pt x="20098" y="13811"/>
                    <a:pt x="15621" y="15049"/>
                    <a:pt x="11621" y="17717"/>
                  </a:cubicBezTo>
                  <a:lnTo>
                    <a:pt x="2476" y="8382"/>
                  </a:lnTo>
                  <a:cubicBezTo>
                    <a:pt x="8668" y="2572"/>
                    <a:pt x="17621" y="0"/>
                    <a:pt x="24955" y="0"/>
                  </a:cubicBezTo>
                  <a:cubicBezTo>
                    <a:pt x="39053" y="0"/>
                    <a:pt x="48578" y="8001"/>
                    <a:pt x="48578" y="20955"/>
                  </a:cubicBezTo>
                  <a:lnTo>
                    <a:pt x="48578" y="55245"/>
                  </a:lnTo>
                  <a:lnTo>
                    <a:pt x="33147" y="55245"/>
                  </a:lnTo>
                  <a:lnTo>
                    <a:pt x="33147" y="49816"/>
                  </a:lnTo>
                  <a:lnTo>
                    <a:pt x="32957" y="49816"/>
                  </a:lnTo>
                  <a:cubicBezTo>
                    <a:pt x="30194" y="54483"/>
                    <a:pt x="25146" y="56579"/>
                    <a:pt x="18479" y="56579"/>
                  </a:cubicBezTo>
                  <a:cubicBezTo>
                    <a:pt x="7811" y="56674"/>
                    <a:pt x="0" y="48863"/>
                    <a:pt x="0" y="38481"/>
                  </a:cubicBezTo>
                  <a:close/>
                  <a:moveTo>
                    <a:pt x="32861" y="34766"/>
                  </a:moveTo>
                  <a:lnTo>
                    <a:pt x="32861" y="32957"/>
                  </a:lnTo>
                  <a:cubicBezTo>
                    <a:pt x="30766" y="32576"/>
                    <a:pt x="28194" y="32195"/>
                    <a:pt x="26003" y="32195"/>
                  </a:cubicBezTo>
                  <a:cubicBezTo>
                    <a:pt x="18859" y="32195"/>
                    <a:pt x="15812" y="34766"/>
                    <a:pt x="15716" y="38386"/>
                  </a:cubicBezTo>
                  <a:cubicBezTo>
                    <a:pt x="15621" y="42005"/>
                    <a:pt x="18383" y="44577"/>
                    <a:pt x="23146" y="44482"/>
                  </a:cubicBezTo>
                  <a:cubicBezTo>
                    <a:pt x="27813" y="44387"/>
                    <a:pt x="32861" y="41624"/>
                    <a:pt x="32861" y="3476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28" name="Полилиния: фигура 127"/>
            <p:cNvSpPr/>
            <p:nvPr/>
          </p:nvSpPr>
          <p:spPr bwMode="auto">
            <a:xfrm>
              <a:off x="7220044" y="2111692"/>
              <a:ext cx="47625" cy="47625"/>
            </a:xfrm>
            <a:custGeom>
              <a:avLst/>
              <a:gdLst>
                <a:gd name="connsiteX0" fmla="*/ 0 w 47625"/>
                <a:gd name="connsiteY0" fmla="*/ 0 h 47625"/>
                <a:gd name="connsiteX1" fmla="*/ 15621 w 47625"/>
                <a:gd name="connsiteY1" fmla="*/ 0 h 47625"/>
                <a:gd name="connsiteX2" fmla="*/ 15621 w 47625"/>
                <a:gd name="connsiteY2" fmla="*/ 19907 h 47625"/>
                <a:gd name="connsiteX3" fmla="*/ 33242 w 47625"/>
                <a:gd name="connsiteY3" fmla="*/ 19907 h 47625"/>
                <a:gd name="connsiteX4" fmla="*/ 33242 w 47625"/>
                <a:gd name="connsiteY4" fmla="*/ 0 h 47625"/>
                <a:gd name="connsiteX5" fmla="*/ 48863 w 47625"/>
                <a:gd name="connsiteY5" fmla="*/ 0 h 47625"/>
                <a:gd name="connsiteX6" fmla="*/ 48863 w 47625"/>
                <a:gd name="connsiteY6" fmla="*/ 53912 h 47625"/>
                <a:gd name="connsiteX7" fmla="*/ 33242 w 47625"/>
                <a:gd name="connsiteY7" fmla="*/ 53912 h 47625"/>
                <a:gd name="connsiteX8" fmla="*/ 33242 w 47625"/>
                <a:gd name="connsiteY8" fmla="*/ 33528 h 47625"/>
                <a:gd name="connsiteX9" fmla="*/ 15621 w 47625"/>
                <a:gd name="connsiteY9" fmla="*/ 33528 h 47625"/>
                <a:gd name="connsiteX10" fmla="*/ 15621 w 47625"/>
                <a:gd name="connsiteY10" fmla="*/ 53912 h 47625"/>
                <a:gd name="connsiteX11" fmla="*/ 0 w 47625"/>
                <a:gd name="connsiteY11" fmla="*/ 53912 h 47625"/>
                <a:gd name="connsiteX12" fmla="*/ 0 w 47625"/>
                <a:gd name="connsiteY12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 fill="norm" stroke="1" extrusionOk="0">
                  <a:moveTo>
                    <a:pt x="0" y="0"/>
                  </a:moveTo>
                  <a:lnTo>
                    <a:pt x="15621" y="0"/>
                  </a:lnTo>
                  <a:lnTo>
                    <a:pt x="15621" y="19907"/>
                  </a:lnTo>
                  <a:lnTo>
                    <a:pt x="33242" y="19907"/>
                  </a:lnTo>
                  <a:lnTo>
                    <a:pt x="33242" y="0"/>
                  </a:lnTo>
                  <a:lnTo>
                    <a:pt x="48863" y="0"/>
                  </a:lnTo>
                  <a:lnTo>
                    <a:pt x="48863" y="53912"/>
                  </a:lnTo>
                  <a:lnTo>
                    <a:pt x="33242" y="53912"/>
                  </a:lnTo>
                  <a:lnTo>
                    <a:pt x="33242" y="33528"/>
                  </a:lnTo>
                  <a:lnTo>
                    <a:pt x="15621" y="33528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29" name="Полилиния: фигура 128"/>
            <p:cNvSpPr/>
            <p:nvPr/>
          </p:nvSpPr>
          <p:spPr bwMode="auto">
            <a:xfrm>
              <a:off x="7280243" y="2110454"/>
              <a:ext cx="38100" cy="47625"/>
            </a:xfrm>
            <a:custGeom>
              <a:avLst/>
              <a:gdLst>
                <a:gd name="connsiteX0" fmla="*/ 0 w 38100"/>
                <a:gd name="connsiteY0" fmla="*/ 28099 h 47625"/>
                <a:gd name="connsiteX1" fmla="*/ 26670 w 38100"/>
                <a:gd name="connsiteY1" fmla="*/ 0 h 47625"/>
                <a:gd name="connsiteX2" fmla="*/ 47149 w 38100"/>
                <a:gd name="connsiteY2" fmla="*/ 7525 h 47625"/>
                <a:gd name="connsiteX3" fmla="*/ 37243 w 38100"/>
                <a:gd name="connsiteY3" fmla="*/ 17335 h 47625"/>
                <a:gd name="connsiteX4" fmla="*/ 27623 w 38100"/>
                <a:gd name="connsiteY4" fmla="*/ 13811 h 47625"/>
                <a:gd name="connsiteX5" fmla="*/ 16288 w 38100"/>
                <a:gd name="connsiteY5" fmla="*/ 28099 h 47625"/>
                <a:gd name="connsiteX6" fmla="*/ 27623 w 38100"/>
                <a:gd name="connsiteY6" fmla="*/ 42672 h 47625"/>
                <a:gd name="connsiteX7" fmla="*/ 37243 w 38100"/>
                <a:gd name="connsiteY7" fmla="*/ 39243 h 47625"/>
                <a:gd name="connsiteX8" fmla="*/ 47149 w 38100"/>
                <a:gd name="connsiteY8" fmla="*/ 49054 h 47625"/>
                <a:gd name="connsiteX9" fmla="*/ 26670 w 38100"/>
                <a:gd name="connsiteY9" fmla="*/ 56579 h 47625"/>
                <a:gd name="connsiteX10" fmla="*/ 0 w 38100"/>
                <a:gd name="connsiteY10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0" h="47625" fill="norm" stroke="1" extrusionOk="0">
                  <a:moveTo>
                    <a:pt x="0" y="28099"/>
                  </a:moveTo>
                  <a:cubicBezTo>
                    <a:pt x="0" y="11621"/>
                    <a:pt x="10573" y="0"/>
                    <a:pt x="26670" y="0"/>
                  </a:cubicBezTo>
                  <a:cubicBezTo>
                    <a:pt x="33433" y="0"/>
                    <a:pt x="40958" y="1429"/>
                    <a:pt x="47149" y="7525"/>
                  </a:cubicBezTo>
                  <a:lnTo>
                    <a:pt x="37243" y="17335"/>
                  </a:lnTo>
                  <a:cubicBezTo>
                    <a:pt x="34766" y="14764"/>
                    <a:pt x="31337" y="13811"/>
                    <a:pt x="27623" y="13811"/>
                  </a:cubicBezTo>
                  <a:cubicBezTo>
                    <a:pt x="20574" y="13811"/>
                    <a:pt x="16288" y="19812"/>
                    <a:pt x="16288" y="28099"/>
                  </a:cubicBezTo>
                  <a:cubicBezTo>
                    <a:pt x="16288" y="36385"/>
                    <a:pt x="20574" y="42672"/>
                    <a:pt x="27623" y="42672"/>
                  </a:cubicBezTo>
                  <a:cubicBezTo>
                    <a:pt x="31337" y="42672"/>
                    <a:pt x="34766" y="41720"/>
                    <a:pt x="37243" y="39243"/>
                  </a:cubicBezTo>
                  <a:lnTo>
                    <a:pt x="47149" y="49054"/>
                  </a:lnTo>
                  <a:cubicBezTo>
                    <a:pt x="40958" y="55150"/>
                    <a:pt x="33337" y="56579"/>
                    <a:pt x="26670" y="56579"/>
                  </a:cubicBezTo>
                  <a:cubicBezTo>
                    <a:pt x="10573" y="56483"/>
                    <a:pt x="0" y="44863"/>
                    <a:pt x="0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30" name="Полилиния: фигура 129"/>
            <p:cNvSpPr/>
            <p:nvPr/>
          </p:nvSpPr>
          <p:spPr bwMode="auto">
            <a:xfrm>
              <a:off x="6217253" y="1957387"/>
              <a:ext cx="323850" cy="400050"/>
            </a:xfrm>
            <a:custGeom>
              <a:avLst/>
              <a:gdLst>
                <a:gd name="connsiteX0" fmla="*/ 166116 w 323850"/>
                <a:gd name="connsiteY0" fmla="*/ 0 h 400050"/>
                <a:gd name="connsiteX1" fmla="*/ 0 w 323850"/>
                <a:gd name="connsiteY1" fmla="*/ 166116 h 400050"/>
                <a:gd name="connsiteX2" fmla="*/ 48482 w 323850"/>
                <a:gd name="connsiteY2" fmla="*/ 283369 h 400050"/>
                <a:gd name="connsiteX3" fmla="*/ 58198 w 323850"/>
                <a:gd name="connsiteY3" fmla="*/ 287369 h 400050"/>
                <a:gd name="connsiteX4" fmla="*/ 71723 w 323850"/>
                <a:gd name="connsiteY4" fmla="*/ 273939 h 400050"/>
                <a:gd name="connsiteX5" fmla="*/ 67628 w 323850"/>
                <a:gd name="connsiteY5" fmla="*/ 264128 h 400050"/>
                <a:gd name="connsiteX6" fmla="*/ 27146 w 323850"/>
                <a:gd name="connsiteY6" fmla="*/ 166116 h 400050"/>
                <a:gd name="connsiteX7" fmla="*/ 166211 w 323850"/>
                <a:gd name="connsiteY7" fmla="*/ 27051 h 400050"/>
                <a:gd name="connsiteX8" fmla="*/ 305276 w 323850"/>
                <a:gd name="connsiteY8" fmla="*/ 166116 h 400050"/>
                <a:gd name="connsiteX9" fmla="*/ 264509 w 323850"/>
                <a:gd name="connsiteY9" fmla="*/ 264414 h 400050"/>
                <a:gd name="connsiteX10" fmla="*/ 147066 w 323850"/>
                <a:gd name="connsiteY10" fmla="*/ 381857 h 400050"/>
                <a:gd name="connsiteX11" fmla="*/ 166211 w 323850"/>
                <a:gd name="connsiteY11" fmla="*/ 401003 h 400050"/>
                <a:gd name="connsiteX12" fmla="*/ 283750 w 323850"/>
                <a:gd name="connsiteY12" fmla="*/ 283464 h 400050"/>
                <a:gd name="connsiteX13" fmla="*/ 283750 w 323850"/>
                <a:gd name="connsiteY13" fmla="*/ 283464 h 400050"/>
                <a:gd name="connsiteX14" fmla="*/ 332327 w 323850"/>
                <a:gd name="connsiteY14" fmla="*/ 166116 h 400050"/>
                <a:gd name="connsiteX15" fmla="*/ 166116 w 323850"/>
                <a:gd name="connsiteY15" fmla="*/ 0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23850" h="400050" fill="norm" stroke="1" extrusionOk="0">
                  <a:moveTo>
                    <a:pt x="166116" y="0"/>
                  </a:moveTo>
                  <a:cubicBezTo>
                    <a:pt x="74390" y="0"/>
                    <a:pt x="0" y="74390"/>
                    <a:pt x="0" y="166116"/>
                  </a:cubicBezTo>
                  <a:cubicBezTo>
                    <a:pt x="0" y="211931"/>
                    <a:pt x="18574" y="253460"/>
                    <a:pt x="48482" y="283369"/>
                  </a:cubicBezTo>
                  <a:cubicBezTo>
                    <a:pt x="51054" y="285941"/>
                    <a:pt x="54388" y="287369"/>
                    <a:pt x="58198" y="287369"/>
                  </a:cubicBezTo>
                  <a:cubicBezTo>
                    <a:pt x="65627" y="287369"/>
                    <a:pt x="71723" y="281369"/>
                    <a:pt x="71723" y="273939"/>
                  </a:cubicBezTo>
                  <a:cubicBezTo>
                    <a:pt x="71723" y="270129"/>
                    <a:pt x="70104" y="266700"/>
                    <a:pt x="67628" y="264128"/>
                  </a:cubicBezTo>
                  <a:cubicBezTo>
                    <a:pt x="42672" y="239173"/>
                    <a:pt x="27146" y="204311"/>
                    <a:pt x="27146" y="166116"/>
                  </a:cubicBezTo>
                  <a:cubicBezTo>
                    <a:pt x="27146" y="89440"/>
                    <a:pt x="89535" y="27051"/>
                    <a:pt x="166211" y="27051"/>
                  </a:cubicBezTo>
                  <a:cubicBezTo>
                    <a:pt x="242888" y="27051"/>
                    <a:pt x="305276" y="89440"/>
                    <a:pt x="305276" y="166116"/>
                  </a:cubicBezTo>
                  <a:cubicBezTo>
                    <a:pt x="305276" y="204502"/>
                    <a:pt x="289655" y="239268"/>
                    <a:pt x="264509" y="264414"/>
                  </a:cubicBezTo>
                  <a:lnTo>
                    <a:pt x="147066" y="381857"/>
                  </a:lnTo>
                  <a:lnTo>
                    <a:pt x="166211" y="401003"/>
                  </a:lnTo>
                  <a:lnTo>
                    <a:pt x="283750" y="283464"/>
                  </a:lnTo>
                  <a:lnTo>
                    <a:pt x="283750" y="283464"/>
                  </a:lnTo>
                  <a:cubicBezTo>
                    <a:pt x="313754" y="253460"/>
                    <a:pt x="332327" y="211931"/>
                    <a:pt x="332327" y="166116"/>
                  </a:cubicBezTo>
                  <a:cubicBezTo>
                    <a:pt x="332137" y="74390"/>
                    <a:pt x="257842" y="0"/>
                    <a:pt x="166116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31" name="Полилиния: фигура 130"/>
            <p:cNvSpPr/>
            <p:nvPr/>
          </p:nvSpPr>
          <p:spPr bwMode="auto">
            <a:xfrm>
              <a:off x="6284786" y="2024919"/>
              <a:ext cx="190500" cy="190500"/>
            </a:xfrm>
            <a:custGeom>
              <a:avLst/>
              <a:gdLst>
                <a:gd name="connsiteX0" fmla="*/ 197167 w 190500"/>
                <a:gd name="connsiteY0" fmla="*/ 98584 h 190500"/>
                <a:gd name="connsiteX1" fmla="*/ 98584 w 190500"/>
                <a:gd name="connsiteY1" fmla="*/ 0 h 190500"/>
                <a:gd name="connsiteX2" fmla="*/ 0 w 190500"/>
                <a:gd name="connsiteY2" fmla="*/ 98584 h 190500"/>
                <a:gd name="connsiteX3" fmla="*/ 98584 w 190500"/>
                <a:gd name="connsiteY3" fmla="*/ 197168 h 190500"/>
                <a:gd name="connsiteX4" fmla="*/ 197167 w 190500"/>
                <a:gd name="connsiteY4" fmla="*/ 98584 h 190500"/>
                <a:gd name="connsiteX5" fmla="*/ 92964 w 190500"/>
                <a:gd name="connsiteY5" fmla="*/ 120015 h 190500"/>
                <a:gd name="connsiteX6" fmla="*/ 76676 w 190500"/>
                <a:gd name="connsiteY6" fmla="*/ 140399 h 190500"/>
                <a:gd name="connsiteX7" fmla="*/ 40386 w 190500"/>
                <a:gd name="connsiteY7" fmla="*/ 140399 h 190500"/>
                <a:gd name="connsiteX8" fmla="*/ 61913 w 190500"/>
                <a:gd name="connsiteY8" fmla="*/ 124301 h 190500"/>
                <a:gd name="connsiteX9" fmla="*/ 36957 w 190500"/>
                <a:gd name="connsiteY9" fmla="*/ 114681 h 190500"/>
                <a:gd name="connsiteX10" fmla="*/ 12478 w 190500"/>
                <a:gd name="connsiteY10" fmla="*/ 80772 h 190500"/>
                <a:gd name="connsiteX11" fmla="*/ 32385 w 190500"/>
                <a:gd name="connsiteY11" fmla="*/ 95250 h 190500"/>
                <a:gd name="connsiteX12" fmla="*/ 32290 w 190500"/>
                <a:gd name="connsiteY12" fmla="*/ 92774 h 190500"/>
                <a:gd name="connsiteX13" fmla="*/ 107156 w 190500"/>
                <a:gd name="connsiteY13" fmla="*/ 45529 h 190500"/>
                <a:gd name="connsiteX14" fmla="*/ 136493 w 190500"/>
                <a:gd name="connsiteY14" fmla="*/ 50959 h 190500"/>
                <a:gd name="connsiteX15" fmla="*/ 157258 w 190500"/>
                <a:gd name="connsiteY15" fmla="*/ 61722 h 190500"/>
                <a:gd name="connsiteX16" fmla="*/ 171926 w 190500"/>
                <a:gd name="connsiteY16" fmla="*/ 107156 h 190500"/>
                <a:gd name="connsiteX17" fmla="*/ 172498 w 190500"/>
                <a:gd name="connsiteY17" fmla="*/ 107156 h 190500"/>
                <a:gd name="connsiteX18" fmla="*/ 184404 w 190500"/>
                <a:gd name="connsiteY18" fmla="*/ 107156 h 190500"/>
                <a:gd name="connsiteX19" fmla="*/ 171069 w 190500"/>
                <a:gd name="connsiteY19" fmla="*/ 109061 h 190500"/>
                <a:gd name="connsiteX20" fmla="*/ 129445 w 190500"/>
                <a:gd name="connsiteY20" fmla="*/ 138303 h 190500"/>
                <a:gd name="connsiteX21" fmla="*/ 167449 w 190500"/>
                <a:gd name="connsiteY21" fmla="*/ 109633 h 190500"/>
                <a:gd name="connsiteX22" fmla="*/ 122682 w 190500"/>
                <a:gd name="connsiteY22" fmla="*/ 115919 h 190500"/>
                <a:gd name="connsiteX23" fmla="*/ 113633 w 190500"/>
                <a:gd name="connsiteY23" fmla="*/ 140684 h 190500"/>
                <a:gd name="connsiteX24" fmla="*/ 85630 w 190500"/>
                <a:gd name="connsiteY24" fmla="*/ 140494 h 190500"/>
                <a:gd name="connsiteX25" fmla="*/ 102679 w 190500"/>
                <a:gd name="connsiteY25" fmla="*/ 118681 h 190500"/>
                <a:gd name="connsiteX26" fmla="*/ 92964 w 190500"/>
                <a:gd name="connsiteY26" fmla="*/ 120015 h 190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90500" h="190500" fill="norm" stroke="1" extrusionOk="0">
                  <a:moveTo>
                    <a:pt x="197167" y="98584"/>
                  </a:moveTo>
                  <a:cubicBezTo>
                    <a:pt x="197167" y="44196"/>
                    <a:pt x="153067" y="0"/>
                    <a:pt x="98584" y="0"/>
                  </a:cubicBezTo>
                  <a:cubicBezTo>
                    <a:pt x="44196" y="0"/>
                    <a:pt x="0" y="44101"/>
                    <a:pt x="0" y="98584"/>
                  </a:cubicBezTo>
                  <a:cubicBezTo>
                    <a:pt x="0" y="152972"/>
                    <a:pt x="44101" y="197168"/>
                    <a:pt x="98584" y="197168"/>
                  </a:cubicBezTo>
                  <a:cubicBezTo>
                    <a:pt x="152971" y="197072"/>
                    <a:pt x="197167" y="152972"/>
                    <a:pt x="197167" y="98584"/>
                  </a:cubicBezTo>
                  <a:close/>
                  <a:moveTo>
                    <a:pt x="92964" y="120015"/>
                  </a:moveTo>
                  <a:lnTo>
                    <a:pt x="76676" y="140399"/>
                  </a:lnTo>
                  <a:lnTo>
                    <a:pt x="40386" y="140399"/>
                  </a:lnTo>
                  <a:lnTo>
                    <a:pt x="61913" y="124301"/>
                  </a:lnTo>
                  <a:cubicBezTo>
                    <a:pt x="52673" y="124778"/>
                    <a:pt x="42863" y="122015"/>
                    <a:pt x="36957" y="114681"/>
                  </a:cubicBezTo>
                  <a:cubicBezTo>
                    <a:pt x="29432" y="105442"/>
                    <a:pt x="20955" y="94774"/>
                    <a:pt x="12478" y="80772"/>
                  </a:cubicBezTo>
                  <a:lnTo>
                    <a:pt x="32385" y="95250"/>
                  </a:lnTo>
                  <a:lnTo>
                    <a:pt x="32290" y="92774"/>
                  </a:lnTo>
                  <a:cubicBezTo>
                    <a:pt x="31432" y="65627"/>
                    <a:pt x="65532" y="43625"/>
                    <a:pt x="107156" y="45529"/>
                  </a:cubicBezTo>
                  <a:cubicBezTo>
                    <a:pt x="117348" y="46006"/>
                    <a:pt x="127159" y="47911"/>
                    <a:pt x="136493" y="50959"/>
                  </a:cubicBezTo>
                  <a:cubicBezTo>
                    <a:pt x="144304" y="53531"/>
                    <a:pt x="150971" y="56388"/>
                    <a:pt x="157258" y="61722"/>
                  </a:cubicBezTo>
                  <a:cubicBezTo>
                    <a:pt x="173545" y="75248"/>
                    <a:pt x="177546" y="92393"/>
                    <a:pt x="171926" y="107156"/>
                  </a:cubicBezTo>
                  <a:cubicBezTo>
                    <a:pt x="172117" y="107156"/>
                    <a:pt x="172307" y="107156"/>
                    <a:pt x="172498" y="107156"/>
                  </a:cubicBezTo>
                  <a:lnTo>
                    <a:pt x="184404" y="107156"/>
                  </a:lnTo>
                  <a:lnTo>
                    <a:pt x="171069" y="109061"/>
                  </a:lnTo>
                  <a:cubicBezTo>
                    <a:pt x="164973" y="122873"/>
                    <a:pt x="150304" y="134303"/>
                    <a:pt x="129445" y="138303"/>
                  </a:cubicBezTo>
                  <a:cubicBezTo>
                    <a:pt x="149257" y="133541"/>
                    <a:pt x="162211" y="122492"/>
                    <a:pt x="167449" y="109633"/>
                  </a:cubicBezTo>
                  <a:lnTo>
                    <a:pt x="122682" y="115919"/>
                  </a:lnTo>
                  <a:lnTo>
                    <a:pt x="113633" y="140684"/>
                  </a:lnTo>
                  <a:lnTo>
                    <a:pt x="85630" y="140494"/>
                  </a:lnTo>
                  <a:lnTo>
                    <a:pt x="102679" y="118681"/>
                  </a:lnTo>
                  <a:lnTo>
                    <a:pt x="92964" y="1200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32" name="Полилиния: фигура 131"/>
            <p:cNvSpPr/>
            <p:nvPr/>
          </p:nvSpPr>
          <p:spPr bwMode="auto">
            <a:xfrm>
              <a:off x="6334784" y="2074738"/>
              <a:ext cx="114300" cy="57150"/>
            </a:xfrm>
            <a:custGeom>
              <a:avLst/>
              <a:gdLst>
                <a:gd name="connsiteX0" fmla="*/ 53158 w 114300"/>
                <a:gd name="connsiteY0" fmla="*/ 57337 h 57150"/>
                <a:gd name="connsiteX1" fmla="*/ 61825 w 114300"/>
                <a:gd name="connsiteY1" fmla="*/ 57432 h 57150"/>
                <a:gd name="connsiteX2" fmla="*/ 88400 w 114300"/>
                <a:gd name="connsiteY2" fmla="*/ 23428 h 57150"/>
                <a:gd name="connsiteX3" fmla="*/ 76018 w 114300"/>
                <a:gd name="connsiteY3" fmla="*/ 57528 h 57150"/>
                <a:gd name="connsiteX4" fmla="*/ 118594 w 114300"/>
                <a:gd name="connsiteY4" fmla="*/ 57147 h 57150"/>
                <a:gd name="connsiteX5" fmla="*/ 106974 w 114300"/>
                <a:gd name="connsiteY5" fmla="*/ 17046 h 57150"/>
                <a:gd name="connsiteX6" fmla="*/ 85352 w 114300"/>
                <a:gd name="connsiteY6" fmla="*/ 4092 h 57150"/>
                <a:gd name="connsiteX7" fmla="*/ 4390 w 114300"/>
                <a:gd name="connsiteY7" fmla="*/ 48288 h 57150"/>
                <a:gd name="connsiteX8" fmla="*/ 10105 w 114300"/>
                <a:gd name="connsiteY8" fmla="*/ 53813 h 57150"/>
                <a:gd name="connsiteX9" fmla="*/ 34489 w 114300"/>
                <a:gd name="connsiteY9" fmla="*/ 57432 h 57150"/>
                <a:gd name="connsiteX10" fmla="*/ 34965 w 114300"/>
                <a:gd name="connsiteY10" fmla="*/ 57432 h 57150"/>
                <a:gd name="connsiteX11" fmla="*/ 79828 w 114300"/>
                <a:gd name="connsiteY11" fmla="*/ 24000 h 57150"/>
                <a:gd name="connsiteX12" fmla="*/ 53158 w 114300"/>
                <a:gd name="connsiteY12" fmla="*/ 57337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4300" h="57150" fill="norm" stroke="1" extrusionOk="0">
                  <a:moveTo>
                    <a:pt x="53158" y="57337"/>
                  </a:moveTo>
                  <a:cubicBezTo>
                    <a:pt x="55920" y="57337"/>
                    <a:pt x="58873" y="57337"/>
                    <a:pt x="61825" y="57432"/>
                  </a:cubicBezTo>
                  <a:lnTo>
                    <a:pt x="88400" y="23428"/>
                  </a:lnTo>
                  <a:lnTo>
                    <a:pt x="76018" y="57528"/>
                  </a:lnTo>
                  <a:cubicBezTo>
                    <a:pt x="88972" y="57623"/>
                    <a:pt x="103354" y="57528"/>
                    <a:pt x="118594" y="57147"/>
                  </a:cubicBezTo>
                  <a:cubicBezTo>
                    <a:pt x="122785" y="44002"/>
                    <a:pt x="119166" y="29238"/>
                    <a:pt x="106974" y="17046"/>
                  </a:cubicBezTo>
                  <a:cubicBezTo>
                    <a:pt x="100687" y="10760"/>
                    <a:pt x="93734" y="6855"/>
                    <a:pt x="85352" y="4092"/>
                  </a:cubicBezTo>
                  <a:cubicBezTo>
                    <a:pt x="40299" y="-10767"/>
                    <a:pt x="-16280" y="17332"/>
                    <a:pt x="4390" y="48288"/>
                  </a:cubicBezTo>
                  <a:cubicBezTo>
                    <a:pt x="5723" y="50289"/>
                    <a:pt x="7152" y="52384"/>
                    <a:pt x="10105" y="53813"/>
                  </a:cubicBezTo>
                  <a:cubicBezTo>
                    <a:pt x="15058" y="56385"/>
                    <a:pt x="24011" y="57528"/>
                    <a:pt x="34489" y="57432"/>
                  </a:cubicBezTo>
                  <a:lnTo>
                    <a:pt x="34965" y="57432"/>
                  </a:lnTo>
                  <a:lnTo>
                    <a:pt x="79828" y="24000"/>
                  </a:lnTo>
                  <a:lnTo>
                    <a:pt x="53158" y="5733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1777199417" name="Московский паркинг" hidden="1"/>
          <p:cNvGrpSpPr>
            <a:grpSpLocks noChangeAspect="1"/>
          </p:cNvGrpSpPr>
          <p:nvPr userDrawn="1"/>
        </p:nvGrpSpPr>
        <p:grpSpPr bwMode="auto">
          <a:xfrm>
            <a:off x="1254294" y="6388794"/>
            <a:ext cx="843273" cy="319479"/>
            <a:chOff x="10438740" y="1385217"/>
            <a:chExt cx="1055941" cy="400050"/>
          </a:xfrm>
          <a:solidFill>
            <a:srgbClr val="59A020"/>
          </a:solidFill>
        </p:grpSpPr>
        <p:sp>
          <p:nvSpPr>
            <p:cNvPr id="134" name="Полилиния: фигура 133"/>
            <p:cNvSpPr/>
            <p:nvPr/>
          </p:nvSpPr>
          <p:spPr bwMode="auto">
            <a:xfrm>
              <a:off x="10855173" y="1452940"/>
              <a:ext cx="104775" cy="66675"/>
            </a:xfrm>
            <a:custGeom>
              <a:avLst/>
              <a:gdLst>
                <a:gd name="connsiteX0" fmla="*/ 0 w 104775"/>
                <a:gd name="connsiteY0" fmla="*/ 74771 h 66675"/>
                <a:gd name="connsiteX1" fmla="*/ 24574 w 104775"/>
                <a:gd name="connsiteY1" fmla="*/ 0 h 66675"/>
                <a:gd name="connsiteX2" fmla="*/ 37243 w 104775"/>
                <a:gd name="connsiteY2" fmla="*/ 0 h 66675"/>
                <a:gd name="connsiteX3" fmla="*/ 54578 w 104775"/>
                <a:gd name="connsiteY3" fmla="*/ 50673 h 66675"/>
                <a:gd name="connsiteX4" fmla="*/ 54769 w 104775"/>
                <a:gd name="connsiteY4" fmla="*/ 50673 h 66675"/>
                <a:gd name="connsiteX5" fmla="*/ 71818 w 104775"/>
                <a:gd name="connsiteY5" fmla="*/ 0 h 66675"/>
                <a:gd name="connsiteX6" fmla="*/ 84487 w 104775"/>
                <a:gd name="connsiteY6" fmla="*/ 0 h 66675"/>
                <a:gd name="connsiteX7" fmla="*/ 108966 w 104775"/>
                <a:gd name="connsiteY7" fmla="*/ 74771 h 66675"/>
                <a:gd name="connsiteX8" fmla="*/ 90868 w 104775"/>
                <a:gd name="connsiteY8" fmla="*/ 74771 h 66675"/>
                <a:gd name="connsiteX9" fmla="*/ 77724 w 104775"/>
                <a:gd name="connsiteY9" fmla="*/ 31147 h 66675"/>
                <a:gd name="connsiteX10" fmla="*/ 77533 w 104775"/>
                <a:gd name="connsiteY10" fmla="*/ 31147 h 66675"/>
                <a:gd name="connsiteX11" fmla="*/ 62103 w 104775"/>
                <a:gd name="connsiteY11" fmla="*/ 74771 h 66675"/>
                <a:gd name="connsiteX12" fmla="*/ 47053 w 104775"/>
                <a:gd name="connsiteY12" fmla="*/ 74771 h 66675"/>
                <a:gd name="connsiteX13" fmla="*/ 31432 w 104775"/>
                <a:gd name="connsiteY13" fmla="*/ 31147 h 66675"/>
                <a:gd name="connsiteX14" fmla="*/ 31242 w 104775"/>
                <a:gd name="connsiteY14" fmla="*/ 31147 h 66675"/>
                <a:gd name="connsiteX15" fmla="*/ 18097 w 104775"/>
                <a:gd name="connsiteY15" fmla="*/ 74771 h 66675"/>
                <a:gd name="connsiteX16" fmla="*/ 0 w 104775"/>
                <a:gd name="connsiteY16" fmla="*/ 74771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4775" h="66675" fill="norm" stroke="1" extrusionOk="0">
                  <a:moveTo>
                    <a:pt x="0" y="74771"/>
                  </a:moveTo>
                  <a:lnTo>
                    <a:pt x="24574" y="0"/>
                  </a:lnTo>
                  <a:lnTo>
                    <a:pt x="37243" y="0"/>
                  </a:lnTo>
                  <a:lnTo>
                    <a:pt x="54578" y="50673"/>
                  </a:lnTo>
                  <a:lnTo>
                    <a:pt x="54769" y="50673"/>
                  </a:lnTo>
                  <a:lnTo>
                    <a:pt x="71818" y="0"/>
                  </a:lnTo>
                  <a:lnTo>
                    <a:pt x="84487" y="0"/>
                  </a:lnTo>
                  <a:lnTo>
                    <a:pt x="108966" y="74771"/>
                  </a:lnTo>
                  <a:lnTo>
                    <a:pt x="90868" y="74771"/>
                  </a:lnTo>
                  <a:lnTo>
                    <a:pt x="77724" y="31147"/>
                  </a:lnTo>
                  <a:lnTo>
                    <a:pt x="77533" y="31147"/>
                  </a:lnTo>
                  <a:lnTo>
                    <a:pt x="62103" y="74771"/>
                  </a:lnTo>
                  <a:lnTo>
                    <a:pt x="47053" y="74771"/>
                  </a:lnTo>
                  <a:lnTo>
                    <a:pt x="31432" y="31147"/>
                  </a:lnTo>
                  <a:lnTo>
                    <a:pt x="31242" y="31147"/>
                  </a:lnTo>
                  <a:lnTo>
                    <a:pt x="18097" y="74771"/>
                  </a:lnTo>
                  <a:lnTo>
                    <a:pt x="0" y="7477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35" name="Полилиния: фигура 134"/>
            <p:cNvSpPr/>
            <p:nvPr/>
          </p:nvSpPr>
          <p:spPr bwMode="auto">
            <a:xfrm>
              <a:off x="10968901" y="1472466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3 w 47625"/>
                <a:gd name="connsiteY1" fmla="*/ 0 h 47625"/>
                <a:gd name="connsiteX2" fmla="*/ 55150 w 47625"/>
                <a:gd name="connsiteY2" fmla="*/ 28099 h 47625"/>
                <a:gd name="connsiteX3" fmla="*/ 27623 w 47625"/>
                <a:gd name="connsiteY3" fmla="*/ 56483 h 47625"/>
                <a:gd name="connsiteX4" fmla="*/ 0 w 47625"/>
                <a:gd name="connsiteY4" fmla="*/ 28099 h 47625"/>
                <a:gd name="connsiteX5" fmla="*/ 39053 w 47625"/>
                <a:gd name="connsiteY5" fmla="*/ 28099 h 47625"/>
                <a:gd name="connsiteX6" fmla="*/ 27718 w 47625"/>
                <a:gd name="connsiteY6" fmla="*/ 13907 h 47625"/>
                <a:gd name="connsiteX7" fmla="*/ 16288 w 47625"/>
                <a:gd name="connsiteY7" fmla="*/ 28099 h 47625"/>
                <a:gd name="connsiteX8" fmla="*/ 27718 w 47625"/>
                <a:gd name="connsiteY8" fmla="*/ 42672 h 47625"/>
                <a:gd name="connsiteX9" fmla="*/ 39053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 fill="norm" stroke="1" extrusionOk="0">
                  <a:moveTo>
                    <a:pt x="0" y="28099"/>
                  </a:moveTo>
                  <a:cubicBezTo>
                    <a:pt x="0" y="11621"/>
                    <a:pt x="11335" y="0"/>
                    <a:pt x="27623" y="0"/>
                  </a:cubicBezTo>
                  <a:cubicBezTo>
                    <a:pt x="43720" y="0"/>
                    <a:pt x="55150" y="11621"/>
                    <a:pt x="55150" y="28099"/>
                  </a:cubicBezTo>
                  <a:cubicBezTo>
                    <a:pt x="55150" y="44863"/>
                    <a:pt x="43720" y="56483"/>
                    <a:pt x="27623" y="56483"/>
                  </a:cubicBezTo>
                  <a:cubicBezTo>
                    <a:pt x="11335" y="56483"/>
                    <a:pt x="0" y="44863"/>
                    <a:pt x="0" y="28099"/>
                  </a:cubicBezTo>
                  <a:close/>
                  <a:moveTo>
                    <a:pt x="39053" y="28099"/>
                  </a:moveTo>
                  <a:cubicBezTo>
                    <a:pt x="39053" y="19717"/>
                    <a:pt x="34766" y="13907"/>
                    <a:pt x="27718" y="13907"/>
                  </a:cubicBezTo>
                  <a:cubicBezTo>
                    <a:pt x="20669" y="13907"/>
                    <a:pt x="16288" y="19812"/>
                    <a:pt x="16288" y="28099"/>
                  </a:cubicBezTo>
                  <a:cubicBezTo>
                    <a:pt x="16288" y="36195"/>
                    <a:pt x="20669" y="42672"/>
                    <a:pt x="27718" y="42672"/>
                  </a:cubicBezTo>
                  <a:cubicBezTo>
                    <a:pt x="34766" y="42577"/>
                    <a:pt x="39053" y="36195"/>
                    <a:pt x="39053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36" name="Полилиния: фигура 135"/>
            <p:cNvSpPr/>
            <p:nvPr/>
          </p:nvSpPr>
          <p:spPr bwMode="auto">
            <a:xfrm>
              <a:off x="11032052" y="1472466"/>
              <a:ext cx="38100" cy="47625"/>
            </a:xfrm>
            <a:custGeom>
              <a:avLst/>
              <a:gdLst>
                <a:gd name="connsiteX0" fmla="*/ 0 w 38100"/>
                <a:gd name="connsiteY0" fmla="*/ 28099 h 47625"/>
                <a:gd name="connsiteX1" fmla="*/ 26670 w 38100"/>
                <a:gd name="connsiteY1" fmla="*/ 0 h 47625"/>
                <a:gd name="connsiteX2" fmla="*/ 47149 w 38100"/>
                <a:gd name="connsiteY2" fmla="*/ 7525 h 47625"/>
                <a:gd name="connsiteX3" fmla="*/ 37243 w 38100"/>
                <a:gd name="connsiteY3" fmla="*/ 17336 h 47625"/>
                <a:gd name="connsiteX4" fmla="*/ 27622 w 38100"/>
                <a:gd name="connsiteY4" fmla="*/ 13811 h 47625"/>
                <a:gd name="connsiteX5" fmla="*/ 16288 w 38100"/>
                <a:gd name="connsiteY5" fmla="*/ 28099 h 47625"/>
                <a:gd name="connsiteX6" fmla="*/ 27622 w 38100"/>
                <a:gd name="connsiteY6" fmla="*/ 42672 h 47625"/>
                <a:gd name="connsiteX7" fmla="*/ 37243 w 38100"/>
                <a:gd name="connsiteY7" fmla="*/ 39243 h 47625"/>
                <a:gd name="connsiteX8" fmla="*/ 47149 w 38100"/>
                <a:gd name="connsiteY8" fmla="*/ 49054 h 47625"/>
                <a:gd name="connsiteX9" fmla="*/ 26670 w 38100"/>
                <a:gd name="connsiteY9" fmla="*/ 56579 h 47625"/>
                <a:gd name="connsiteX10" fmla="*/ 0 w 38100"/>
                <a:gd name="connsiteY10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0" h="47625" fill="norm" stroke="1" extrusionOk="0">
                  <a:moveTo>
                    <a:pt x="0" y="28099"/>
                  </a:moveTo>
                  <a:cubicBezTo>
                    <a:pt x="0" y="11621"/>
                    <a:pt x="10573" y="0"/>
                    <a:pt x="26670" y="0"/>
                  </a:cubicBezTo>
                  <a:cubicBezTo>
                    <a:pt x="33433" y="0"/>
                    <a:pt x="40958" y="1429"/>
                    <a:pt x="47149" y="7525"/>
                  </a:cubicBezTo>
                  <a:lnTo>
                    <a:pt x="37243" y="17336"/>
                  </a:lnTo>
                  <a:cubicBezTo>
                    <a:pt x="34766" y="14764"/>
                    <a:pt x="31337" y="13811"/>
                    <a:pt x="27622" y="13811"/>
                  </a:cubicBezTo>
                  <a:cubicBezTo>
                    <a:pt x="20574" y="13811"/>
                    <a:pt x="16288" y="19812"/>
                    <a:pt x="16288" y="28099"/>
                  </a:cubicBezTo>
                  <a:cubicBezTo>
                    <a:pt x="16288" y="36386"/>
                    <a:pt x="20574" y="42672"/>
                    <a:pt x="27622" y="42672"/>
                  </a:cubicBezTo>
                  <a:cubicBezTo>
                    <a:pt x="31337" y="42672"/>
                    <a:pt x="34766" y="41720"/>
                    <a:pt x="37243" y="39243"/>
                  </a:cubicBezTo>
                  <a:lnTo>
                    <a:pt x="47149" y="49054"/>
                  </a:lnTo>
                  <a:cubicBezTo>
                    <a:pt x="40958" y="55150"/>
                    <a:pt x="33338" y="56579"/>
                    <a:pt x="26670" y="56579"/>
                  </a:cubicBezTo>
                  <a:cubicBezTo>
                    <a:pt x="10573" y="56483"/>
                    <a:pt x="0" y="44863"/>
                    <a:pt x="0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37" name="Полилиния: фигура 136"/>
            <p:cNvSpPr/>
            <p:nvPr/>
          </p:nvSpPr>
          <p:spPr bwMode="auto">
            <a:xfrm>
              <a:off x="11088630" y="1473704"/>
              <a:ext cx="47625" cy="47625"/>
            </a:xfrm>
            <a:custGeom>
              <a:avLst/>
              <a:gdLst>
                <a:gd name="connsiteX0" fmla="*/ 95 w 47625"/>
                <a:gd name="connsiteY0" fmla="*/ 0 h 47625"/>
                <a:gd name="connsiteX1" fmla="*/ 15716 w 47625"/>
                <a:gd name="connsiteY1" fmla="*/ 0 h 47625"/>
                <a:gd name="connsiteX2" fmla="*/ 15716 w 47625"/>
                <a:gd name="connsiteY2" fmla="*/ 20384 h 47625"/>
                <a:gd name="connsiteX3" fmla="*/ 18097 w 47625"/>
                <a:gd name="connsiteY3" fmla="*/ 20384 h 47625"/>
                <a:gd name="connsiteX4" fmla="*/ 30766 w 47625"/>
                <a:gd name="connsiteY4" fmla="*/ 0 h 47625"/>
                <a:gd name="connsiteX5" fmla="*/ 48578 w 47625"/>
                <a:gd name="connsiteY5" fmla="*/ 0 h 47625"/>
                <a:gd name="connsiteX6" fmla="*/ 31242 w 47625"/>
                <a:gd name="connsiteY6" fmla="*/ 26670 h 47625"/>
                <a:gd name="connsiteX7" fmla="*/ 50673 w 47625"/>
                <a:gd name="connsiteY7" fmla="*/ 53912 h 47625"/>
                <a:gd name="connsiteX8" fmla="*/ 31623 w 47625"/>
                <a:gd name="connsiteY8" fmla="*/ 53912 h 47625"/>
                <a:gd name="connsiteX9" fmla="*/ 17335 w 47625"/>
                <a:gd name="connsiteY9" fmla="*/ 33433 h 47625"/>
                <a:gd name="connsiteX10" fmla="*/ 15621 w 47625"/>
                <a:gd name="connsiteY10" fmla="*/ 33433 h 47625"/>
                <a:gd name="connsiteX11" fmla="*/ 15621 w 47625"/>
                <a:gd name="connsiteY11" fmla="*/ 54007 h 47625"/>
                <a:gd name="connsiteX12" fmla="*/ 0 w 47625"/>
                <a:gd name="connsiteY12" fmla="*/ 54007 h 47625"/>
                <a:gd name="connsiteX13" fmla="*/ 0 w 47625"/>
                <a:gd name="connsiteY13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" h="47625" fill="norm" stroke="1" extrusionOk="0">
                  <a:moveTo>
                    <a:pt x="95" y="0"/>
                  </a:moveTo>
                  <a:lnTo>
                    <a:pt x="15716" y="0"/>
                  </a:lnTo>
                  <a:lnTo>
                    <a:pt x="15716" y="20384"/>
                  </a:lnTo>
                  <a:lnTo>
                    <a:pt x="18097" y="20384"/>
                  </a:lnTo>
                  <a:lnTo>
                    <a:pt x="30766" y="0"/>
                  </a:lnTo>
                  <a:lnTo>
                    <a:pt x="48578" y="0"/>
                  </a:lnTo>
                  <a:lnTo>
                    <a:pt x="31242" y="26670"/>
                  </a:lnTo>
                  <a:lnTo>
                    <a:pt x="50673" y="53912"/>
                  </a:lnTo>
                  <a:lnTo>
                    <a:pt x="31623" y="53912"/>
                  </a:lnTo>
                  <a:lnTo>
                    <a:pt x="17335" y="33433"/>
                  </a:lnTo>
                  <a:lnTo>
                    <a:pt x="15621" y="33433"/>
                  </a:lnTo>
                  <a:lnTo>
                    <a:pt x="15621" y="54007"/>
                  </a:lnTo>
                  <a:lnTo>
                    <a:pt x="0" y="5400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38" name="Полилиния: фигура 137"/>
            <p:cNvSpPr/>
            <p:nvPr/>
          </p:nvSpPr>
          <p:spPr bwMode="auto">
            <a:xfrm>
              <a:off x="11143113" y="1472466"/>
              <a:ext cx="47625" cy="47625"/>
            </a:xfrm>
            <a:custGeom>
              <a:avLst/>
              <a:gdLst>
                <a:gd name="connsiteX0" fmla="*/ 0 w 47625"/>
                <a:gd name="connsiteY0" fmla="*/ 28099 h 47625"/>
                <a:gd name="connsiteX1" fmla="*/ 27622 w 47625"/>
                <a:gd name="connsiteY1" fmla="*/ 0 h 47625"/>
                <a:gd name="connsiteX2" fmla="*/ 55150 w 47625"/>
                <a:gd name="connsiteY2" fmla="*/ 28099 h 47625"/>
                <a:gd name="connsiteX3" fmla="*/ 27622 w 47625"/>
                <a:gd name="connsiteY3" fmla="*/ 56483 h 47625"/>
                <a:gd name="connsiteX4" fmla="*/ 0 w 47625"/>
                <a:gd name="connsiteY4" fmla="*/ 28099 h 47625"/>
                <a:gd name="connsiteX5" fmla="*/ 38957 w 47625"/>
                <a:gd name="connsiteY5" fmla="*/ 28099 h 47625"/>
                <a:gd name="connsiteX6" fmla="*/ 27622 w 47625"/>
                <a:gd name="connsiteY6" fmla="*/ 13907 h 47625"/>
                <a:gd name="connsiteX7" fmla="*/ 16192 w 47625"/>
                <a:gd name="connsiteY7" fmla="*/ 28099 h 47625"/>
                <a:gd name="connsiteX8" fmla="*/ 27622 w 47625"/>
                <a:gd name="connsiteY8" fmla="*/ 42672 h 47625"/>
                <a:gd name="connsiteX9" fmla="*/ 38957 w 47625"/>
                <a:gd name="connsiteY9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7625" h="47625" fill="norm" stroke="1" extrusionOk="0">
                  <a:moveTo>
                    <a:pt x="0" y="28099"/>
                  </a:moveTo>
                  <a:cubicBezTo>
                    <a:pt x="0" y="11621"/>
                    <a:pt x="11335" y="0"/>
                    <a:pt x="27622" y="0"/>
                  </a:cubicBezTo>
                  <a:cubicBezTo>
                    <a:pt x="43720" y="0"/>
                    <a:pt x="55150" y="11621"/>
                    <a:pt x="55150" y="28099"/>
                  </a:cubicBezTo>
                  <a:cubicBezTo>
                    <a:pt x="55150" y="44863"/>
                    <a:pt x="43720" y="56483"/>
                    <a:pt x="27622" y="56483"/>
                  </a:cubicBezTo>
                  <a:cubicBezTo>
                    <a:pt x="11335" y="56483"/>
                    <a:pt x="0" y="44863"/>
                    <a:pt x="0" y="28099"/>
                  </a:cubicBezTo>
                  <a:close/>
                  <a:moveTo>
                    <a:pt x="38957" y="28099"/>
                  </a:moveTo>
                  <a:cubicBezTo>
                    <a:pt x="38957" y="19717"/>
                    <a:pt x="34671" y="13907"/>
                    <a:pt x="27622" y="13907"/>
                  </a:cubicBezTo>
                  <a:cubicBezTo>
                    <a:pt x="20574" y="13907"/>
                    <a:pt x="16192" y="19812"/>
                    <a:pt x="16192" y="28099"/>
                  </a:cubicBezTo>
                  <a:cubicBezTo>
                    <a:pt x="16192" y="36195"/>
                    <a:pt x="20574" y="42672"/>
                    <a:pt x="27622" y="42672"/>
                  </a:cubicBezTo>
                  <a:cubicBezTo>
                    <a:pt x="34671" y="42577"/>
                    <a:pt x="38957" y="36195"/>
                    <a:pt x="38957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39" name="Полилиния: фигура 138"/>
            <p:cNvSpPr/>
            <p:nvPr/>
          </p:nvSpPr>
          <p:spPr bwMode="auto">
            <a:xfrm>
              <a:off x="11209788" y="1473704"/>
              <a:ext cx="47625" cy="47625"/>
            </a:xfrm>
            <a:custGeom>
              <a:avLst/>
              <a:gdLst>
                <a:gd name="connsiteX0" fmla="*/ 0 w 47625"/>
                <a:gd name="connsiteY0" fmla="*/ 54007 h 47625"/>
                <a:gd name="connsiteX1" fmla="*/ 0 w 47625"/>
                <a:gd name="connsiteY1" fmla="*/ 0 h 47625"/>
                <a:gd name="connsiteX2" fmla="*/ 27908 w 47625"/>
                <a:gd name="connsiteY2" fmla="*/ 0 h 47625"/>
                <a:gd name="connsiteX3" fmla="*/ 47625 w 47625"/>
                <a:gd name="connsiteY3" fmla="*/ 14669 h 47625"/>
                <a:gd name="connsiteX4" fmla="*/ 39624 w 47625"/>
                <a:gd name="connsiteY4" fmla="*/ 25051 h 47625"/>
                <a:gd name="connsiteX5" fmla="*/ 39624 w 47625"/>
                <a:gd name="connsiteY5" fmla="*/ 25241 h 47625"/>
                <a:gd name="connsiteX6" fmla="*/ 49911 w 47625"/>
                <a:gd name="connsiteY6" fmla="*/ 38100 h 47625"/>
                <a:gd name="connsiteX7" fmla="*/ 30289 w 47625"/>
                <a:gd name="connsiteY7" fmla="*/ 54007 h 47625"/>
                <a:gd name="connsiteX8" fmla="*/ 0 w 47625"/>
                <a:gd name="connsiteY8" fmla="*/ 54007 h 47625"/>
                <a:gd name="connsiteX9" fmla="*/ 24479 w 47625"/>
                <a:gd name="connsiteY9" fmla="*/ 22384 h 47625"/>
                <a:gd name="connsiteX10" fmla="*/ 31528 w 47625"/>
                <a:gd name="connsiteY10" fmla="*/ 16764 h 47625"/>
                <a:gd name="connsiteX11" fmla="*/ 24479 w 47625"/>
                <a:gd name="connsiteY11" fmla="*/ 11430 h 47625"/>
                <a:gd name="connsiteX12" fmla="*/ 15621 w 47625"/>
                <a:gd name="connsiteY12" fmla="*/ 11430 h 47625"/>
                <a:gd name="connsiteX13" fmla="*/ 15621 w 47625"/>
                <a:gd name="connsiteY13" fmla="*/ 22479 h 47625"/>
                <a:gd name="connsiteX14" fmla="*/ 24479 w 47625"/>
                <a:gd name="connsiteY14" fmla="*/ 22479 h 47625"/>
                <a:gd name="connsiteX15" fmla="*/ 27337 w 47625"/>
                <a:gd name="connsiteY15" fmla="*/ 42672 h 47625"/>
                <a:gd name="connsiteX16" fmla="*/ 33242 w 47625"/>
                <a:gd name="connsiteY16" fmla="*/ 38005 h 47625"/>
                <a:gd name="connsiteX17" fmla="*/ 27337 w 47625"/>
                <a:gd name="connsiteY17" fmla="*/ 32861 h 47625"/>
                <a:gd name="connsiteX18" fmla="*/ 15621 w 47625"/>
                <a:gd name="connsiteY18" fmla="*/ 32861 h 47625"/>
                <a:gd name="connsiteX19" fmla="*/ 15621 w 47625"/>
                <a:gd name="connsiteY19" fmla="*/ 42672 h 47625"/>
                <a:gd name="connsiteX20" fmla="*/ 27337 w 47625"/>
                <a:gd name="connsiteY20" fmla="*/ 42672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7625" h="47625" fill="norm" stroke="1" extrusionOk="0">
                  <a:moveTo>
                    <a:pt x="0" y="54007"/>
                  </a:moveTo>
                  <a:lnTo>
                    <a:pt x="0" y="0"/>
                  </a:lnTo>
                  <a:lnTo>
                    <a:pt x="27908" y="0"/>
                  </a:lnTo>
                  <a:cubicBezTo>
                    <a:pt x="38481" y="0"/>
                    <a:pt x="47625" y="3905"/>
                    <a:pt x="47625" y="14669"/>
                  </a:cubicBezTo>
                  <a:cubicBezTo>
                    <a:pt x="47625" y="19622"/>
                    <a:pt x="43815" y="23813"/>
                    <a:pt x="39624" y="25051"/>
                  </a:cubicBezTo>
                  <a:lnTo>
                    <a:pt x="39624" y="25241"/>
                  </a:lnTo>
                  <a:cubicBezTo>
                    <a:pt x="45910" y="26956"/>
                    <a:pt x="49911" y="31433"/>
                    <a:pt x="49911" y="38100"/>
                  </a:cubicBezTo>
                  <a:cubicBezTo>
                    <a:pt x="49911" y="46006"/>
                    <a:pt x="44005" y="54007"/>
                    <a:pt x="30289" y="54007"/>
                  </a:cubicBezTo>
                  <a:lnTo>
                    <a:pt x="0" y="54007"/>
                  </a:lnTo>
                  <a:close/>
                  <a:moveTo>
                    <a:pt x="24479" y="22384"/>
                  </a:moveTo>
                  <a:cubicBezTo>
                    <a:pt x="28480" y="22384"/>
                    <a:pt x="31528" y="20765"/>
                    <a:pt x="31528" y="16764"/>
                  </a:cubicBezTo>
                  <a:cubicBezTo>
                    <a:pt x="31528" y="12668"/>
                    <a:pt x="28384" y="11430"/>
                    <a:pt x="24479" y="11430"/>
                  </a:cubicBezTo>
                  <a:lnTo>
                    <a:pt x="15621" y="11430"/>
                  </a:lnTo>
                  <a:lnTo>
                    <a:pt x="15621" y="22479"/>
                  </a:lnTo>
                  <a:lnTo>
                    <a:pt x="24479" y="22479"/>
                  </a:lnTo>
                  <a:close/>
                  <a:moveTo>
                    <a:pt x="27337" y="42672"/>
                  </a:moveTo>
                  <a:cubicBezTo>
                    <a:pt x="31718" y="42672"/>
                    <a:pt x="33242" y="40386"/>
                    <a:pt x="33242" y="38005"/>
                  </a:cubicBezTo>
                  <a:cubicBezTo>
                    <a:pt x="33242" y="35433"/>
                    <a:pt x="31718" y="32861"/>
                    <a:pt x="27337" y="32861"/>
                  </a:cubicBezTo>
                  <a:lnTo>
                    <a:pt x="15621" y="32861"/>
                  </a:lnTo>
                  <a:lnTo>
                    <a:pt x="15621" y="42672"/>
                  </a:lnTo>
                  <a:lnTo>
                    <a:pt x="27337" y="4267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40" name="Полилиния: фигура 139"/>
            <p:cNvSpPr/>
            <p:nvPr/>
          </p:nvSpPr>
          <p:spPr bwMode="auto">
            <a:xfrm>
              <a:off x="11267510" y="1472466"/>
              <a:ext cx="38100" cy="47625"/>
            </a:xfrm>
            <a:custGeom>
              <a:avLst/>
              <a:gdLst>
                <a:gd name="connsiteX0" fmla="*/ 0 w 38100"/>
                <a:gd name="connsiteY0" fmla="*/ 28099 h 47625"/>
                <a:gd name="connsiteX1" fmla="*/ 26670 w 38100"/>
                <a:gd name="connsiteY1" fmla="*/ 0 h 47625"/>
                <a:gd name="connsiteX2" fmla="*/ 47149 w 38100"/>
                <a:gd name="connsiteY2" fmla="*/ 7525 h 47625"/>
                <a:gd name="connsiteX3" fmla="*/ 37243 w 38100"/>
                <a:gd name="connsiteY3" fmla="*/ 17336 h 47625"/>
                <a:gd name="connsiteX4" fmla="*/ 27622 w 38100"/>
                <a:gd name="connsiteY4" fmla="*/ 13811 h 47625"/>
                <a:gd name="connsiteX5" fmla="*/ 16288 w 38100"/>
                <a:gd name="connsiteY5" fmla="*/ 28099 h 47625"/>
                <a:gd name="connsiteX6" fmla="*/ 27622 w 38100"/>
                <a:gd name="connsiteY6" fmla="*/ 42672 h 47625"/>
                <a:gd name="connsiteX7" fmla="*/ 37243 w 38100"/>
                <a:gd name="connsiteY7" fmla="*/ 39243 h 47625"/>
                <a:gd name="connsiteX8" fmla="*/ 47149 w 38100"/>
                <a:gd name="connsiteY8" fmla="*/ 49054 h 47625"/>
                <a:gd name="connsiteX9" fmla="*/ 26670 w 38100"/>
                <a:gd name="connsiteY9" fmla="*/ 56579 h 47625"/>
                <a:gd name="connsiteX10" fmla="*/ 0 w 38100"/>
                <a:gd name="connsiteY10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0" h="47625" fill="norm" stroke="1" extrusionOk="0">
                  <a:moveTo>
                    <a:pt x="0" y="28099"/>
                  </a:moveTo>
                  <a:cubicBezTo>
                    <a:pt x="0" y="11621"/>
                    <a:pt x="10573" y="0"/>
                    <a:pt x="26670" y="0"/>
                  </a:cubicBezTo>
                  <a:cubicBezTo>
                    <a:pt x="33433" y="0"/>
                    <a:pt x="40958" y="1429"/>
                    <a:pt x="47149" y="7525"/>
                  </a:cubicBezTo>
                  <a:lnTo>
                    <a:pt x="37243" y="17336"/>
                  </a:lnTo>
                  <a:cubicBezTo>
                    <a:pt x="34766" y="14764"/>
                    <a:pt x="31337" y="13811"/>
                    <a:pt x="27622" y="13811"/>
                  </a:cubicBezTo>
                  <a:cubicBezTo>
                    <a:pt x="20574" y="13811"/>
                    <a:pt x="16288" y="19812"/>
                    <a:pt x="16288" y="28099"/>
                  </a:cubicBezTo>
                  <a:cubicBezTo>
                    <a:pt x="16288" y="36386"/>
                    <a:pt x="20574" y="42672"/>
                    <a:pt x="27622" y="42672"/>
                  </a:cubicBezTo>
                  <a:cubicBezTo>
                    <a:pt x="31337" y="42672"/>
                    <a:pt x="34766" y="41720"/>
                    <a:pt x="37243" y="39243"/>
                  </a:cubicBezTo>
                  <a:lnTo>
                    <a:pt x="47149" y="49054"/>
                  </a:lnTo>
                  <a:cubicBezTo>
                    <a:pt x="40958" y="55150"/>
                    <a:pt x="33338" y="56579"/>
                    <a:pt x="26670" y="56579"/>
                  </a:cubicBezTo>
                  <a:cubicBezTo>
                    <a:pt x="10573" y="56483"/>
                    <a:pt x="0" y="44863"/>
                    <a:pt x="0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41" name="Полилиния: фигура 140"/>
            <p:cNvSpPr/>
            <p:nvPr/>
          </p:nvSpPr>
          <p:spPr bwMode="auto">
            <a:xfrm>
              <a:off x="11324088" y="1473704"/>
              <a:ext cx="47625" cy="47625"/>
            </a:xfrm>
            <a:custGeom>
              <a:avLst/>
              <a:gdLst>
                <a:gd name="connsiteX0" fmla="*/ 95 w 47625"/>
                <a:gd name="connsiteY0" fmla="*/ 0 h 47625"/>
                <a:gd name="connsiteX1" fmla="*/ 15716 w 47625"/>
                <a:gd name="connsiteY1" fmla="*/ 0 h 47625"/>
                <a:gd name="connsiteX2" fmla="*/ 15716 w 47625"/>
                <a:gd name="connsiteY2" fmla="*/ 20384 h 47625"/>
                <a:gd name="connsiteX3" fmla="*/ 18097 w 47625"/>
                <a:gd name="connsiteY3" fmla="*/ 20384 h 47625"/>
                <a:gd name="connsiteX4" fmla="*/ 30766 w 47625"/>
                <a:gd name="connsiteY4" fmla="*/ 0 h 47625"/>
                <a:gd name="connsiteX5" fmla="*/ 48577 w 47625"/>
                <a:gd name="connsiteY5" fmla="*/ 0 h 47625"/>
                <a:gd name="connsiteX6" fmla="*/ 31242 w 47625"/>
                <a:gd name="connsiteY6" fmla="*/ 26670 h 47625"/>
                <a:gd name="connsiteX7" fmla="*/ 50673 w 47625"/>
                <a:gd name="connsiteY7" fmla="*/ 53912 h 47625"/>
                <a:gd name="connsiteX8" fmla="*/ 31623 w 47625"/>
                <a:gd name="connsiteY8" fmla="*/ 53912 h 47625"/>
                <a:gd name="connsiteX9" fmla="*/ 17335 w 47625"/>
                <a:gd name="connsiteY9" fmla="*/ 33433 h 47625"/>
                <a:gd name="connsiteX10" fmla="*/ 15621 w 47625"/>
                <a:gd name="connsiteY10" fmla="*/ 33433 h 47625"/>
                <a:gd name="connsiteX11" fmla="*/ 15621 w 47625"/>
                <a:gd name="connsiteY11" fmla="*/ 54007 h 47625"/>
                <a:gd name="connsiteX12" fmla="*/ 0 w 47625"/>
                <a:gd name="connsiteY12" fmla="*/ 54007 h 47625"/>
                <a:gd name="connsiteX13" fmla="*/ 0 w 47625"/>
                <a:gd name="connsiteY13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" h="47625" fill="norm" stroke="1" extrusionOk="0">
                  <a:moveTo>
                    <a:pt x="95" y="0"/>
                  </a:moveTo>
                  <a:lnTo>
                    <a:pt x="15716" y="0"/>
                  </a:lnTo>
                  <a:lnTo>
                    <a:pt x="15716" y="20384"/>
                  </a:lnTo>
                  <a:lnTo>
                    <a:pt x="18097" y="20384"/>
                  </a:lnTo>
                  <a:lnTo>
                    <a:pt x="30766" y="0"/>
                  </a:lnTo>
                  <a:lnTo>
                    <a:pt x="48577" y="0"/>
                  </a:lnTo>
                  <a:lnTo>
                    <a:pt x="31242" y="26670"/>
                  </a:lnTo>
                  <a:lnTo>
                    <a:pt x="50673" y="53912"/>
                  </a:lnTo>
                  <a:lnTo>
                    <a:pt x="31623" y="53912"/>
                  </a:lnTo>
                  <a:lnTo>
                    <a:pt x="17335" y="33433"/>
                  </a:lnTo>
                  <a:lnTo>
                    <a:pt x="15621" y="33433"/>
                  </a:lnTo>
                  <a:lnTo>
                    <a:pt x="15621" y="54007"/>
                  </a:lnTo>
                  <a:lnTo>
                    <a:pt x="0" y="5400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42" name="Полилиния: фигура 141"/>
            <p:cNvSpPr/>
            <p:nvPr/>
          </p:nvSpPr>
          <p:spPr bwMode="auto">
            <a:xfrm>
              <a:off x="11382191" y="1473704"/>
              <a:ext cx="47625" cy="47625"/>
            </a:xfrm>
            <a:custGeom>
              <a:avLst/>
              <a:gdLst>
                <a:gd name="connsiteX0" fmla="*/ 0 w 47625"/>
                <a:gd name="connsiteY0" fmla="*/ 0 h 47625"/>
                <a:gd name="connsiteX1" fmla="*/ 15621 w 47625"/>
                <a:gd name="connsiteY1" fmla="*/ 0 h 47625"/>
                <a:gd name="connsiteX2" fmla="*/ 15621 w 47625"/>
                <a:gd name="connsiteY2" fmla="*/ 30480 h 47625"/>
                <a:gd name="connsiteX3" fmla="*/ 15812 w 47625"/>
                <a:gd name="connsiteY3" fmla="*/ 30480 h 47625"/>
                <a:gd name="connsiteX4" fmla="*/ 36386 w 47625"/>
                <a:gd name="connsiteY4" fmla="*/ 0 h 47625"/>
                <a:gd name="connsiteX5" fmla="*/ 49816 w 47625"/>
                <a:gd name="connsiteY5" fmla="*/ 0 h 47625"/>
                <a:gd name="connsiteX6" fmla="*/ 49816 w 47625"/>
                <a:gd name="connsiteY6" fmla="*/ 54007 h 47625"/>
                <a:gd name="connsiteX7" fmla="*/ 34195 w 47625"/>
                <a:gd name="connsiteY7" fmla="*/ 54007 h 47625"/>
                <a:gd name="connsiteX8" fmla="*/ 34195 w 47625"/>
                <a:gd name="connsiteY8" fmla="*/ 23527 h 47625"/>
                <a:gd name="connsiteX9" fmla="*/ 34004 w 47625"/>
                <a:gd name="connsiteY9" fmla="*/ 23527 h 47625"/>
                <a:gd name="connsiteX10" fmla="*/ 13526 w 47625"/>
                <a:gd name="connsiteY10" fmla="*/ 54007 h 47625"/>
                <a:gd name="connsiteX11" fmla="*/ 0 w 47625"/>
                <a:gd name="connsiteY11" fmla="*/ 54007 h 47625"/>
                <a:gd name="connsiteX12" fmla="*/ 0 w 47625"/>
                <a:gd name="connsiteY12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 fill="norm" stroke="1" extrusionOk="0">
                  <a:moveTo>
                    <a:pt x="0" y="0"/>
                  </a:moveTo>
                  <a:lnTo>
                    <a:pt x="15621" y="0"/>
                  </a:lnTo>
                  <a:lnTo>
                    <a:pt x="15621" y="30480"/>
                  </a:lnTo>
                  <a:lnTo>
                    <a:pt x="15812" y="30480"/>
                  </a:lnTo>
                  <a:lnTo>
                    <a:pt x="36386" y="0"/>
                  </a:lnTo>
                  <a:lnTo>
                    <a:pt x="49816" y="0"/>
                  </a:lnTo>
                  <a:lnTo>
                    <a:pt x="49816" y="54007"/>
                  </a:lnTo>
                  <a:lnTo>
                    <a:pt x="34195" y="54007"/>
                  </a:lnTo>
                  <a:lnTo>
                    <a:pt x="34195" y="23527"/>
                  </a:lnTo>
                  <a:lnTo>
                    <a:pt x="34004" y="23527"/>
                  </a:lnTo>
                  <a:lnTo>
                    <a:pt x="13526" y="54007"/>
                  </a:lnTo>
                  <a:lnTo>
                    <a:pt x="0" y="5400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43" name="Полилиния: фигура 142"/>
            <p:cNvSpPr/>
            <p:nvPr/>
          </p:nvSpPr>
          <p:spPr bwMode="auto">
            <a:xfrm>
              <a:off x="11447056" y="1449416"/>
              <a:ext cx="47625" cy="76200"/>
            </a:xfrm>
            <a:custGeom>
              <a:avLst/>
              <a:gdLst>
                <a:gd name="connsiteX0" fmla="*/ 0 w 47625"/>
                <a:gd name="connsiteY0" fmla="*/ 24289 h 76200"/>
                <a:gd name="connsiteX1" fmla="*/ 15621 w 47625"/>
                <a:gd name="connsiteY1" fmla="*/ 24289 h 76200"/>
                <a:gd name="connsiteX2" fmla="*/ 15621 w 47625"/>
                <a:gd name="connsiteY2" fmla="*/ 54769 h 76200"/>
                <a:gd name="connsiteX3" fmla="*/ 15811 w 47625"/>
                <a:gd name="connsiteY3" fmla="*/ 54769 h 76200"/>
                <a:gd name="connsiteX4" fmla="*/ 36385 w 47625"/>
                <a:gd name="connsiteY4" fmla="*/ 24289 h 76200"/>
                <a:gd name="connsiteX5" fmla="*/ 49816 w 47625"/>
                <a:gd name="connsiteY5" fmla="*/ 24289 h 76200"/>
                <a:gd name="connsiteX6" fmla="*/ 49816 w 47625"/>
                <a:gd name="connsiteY6" fmla="*/ 78296 h 76200"/>
                <a:gd name="connsiteX7" fmla="*/ 34195 w 47625"/>
                <a:gd name="connsiteY7" fmla="*/ 78296 h 76200"/>
                <a:gd name="connsiteX8" fmla="*/ 34195 w 47625"/>
                <a:gd name="connsiteY8" fmla="*/ 47816 h 76200"/>
                <a:gd name="connsiteX9" fmla="*/ 34004 w 47625"/>
                <a:gd name="connsiteY9" fmla="*/ 47816 h 76200"/>
                <a:gd name="connsiteX10" fmla="*/ 13525 w 47625"/>
                <a:gd name="connsiteY10" fmla="*/ 78296 h 76200"/>
                <a:gd name="connsiteX11" fmla="*/ 0 w 47625"/>
                <a:gd name="connsiteY11" fmla="*/ 78296 h 76200"/>
                <a:gd name="connsiteX12" fmla="*/ 0 w 47625"/>
                <a:gd name="connsiteY12" fmla="*/ 24289 h 76200"/>
                <a:gd name="connsiteX13" fmla="*/ 6477 w 47625"/>
                <a:gd name="connsiteY13" fmla="*/ 8001 h 76200"/>
                <a:gd name="connsiteX14" fmla="*/ 14573 w 47625"/>
                <a:gd name="connsiteY14" fmla="*/ 0 h 76200"/>
                <a:gd name="connsiteX15" fmla="*/ 24098 w 47625"/>
                <a:gd name="connsiteY15" fmla="*/ 6858 h 76200"/>
                <a:gd name="connsiteX16" fmla="*/ 34385 w 47625"/>
                <a:gd name="connsiteY16" fmla="*/ 0 h 76200"/>
                <a:gd name="connsiteX17" fmla="*/ 42100 w 47625"/>
                <a:gd name="connsiteY17" fmla="*/ 8001 h 76200"/>
                <a:gd name="connsiteX18" fmla="*/ 24479 w 47625"/>
                <a:gd name="connsiteY18" fmla="*/ 18669 h 76200"/>
                <a:gd name="connsiteX19" fmla="*/ 6477 w 47625"/>
                <a:gd name="connsiteY19" fmla="*/ 8001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7625" h="76200" fill="norm" stroke="1" extrusionOk="0">
                  <a:moveTo>
                    <a:pt x="0" y="24289"/>
                  </a:moveTo>
                  <a:lnTo>
                    <a:pt x="15621" y="24289"/>
                  </a:lnTo>
                  <a:lnTo>
                    <a:pt x="15621" y="54769"/>
                  </a:lnTo>
                  <a:lnTo>
                    <a:pt x="15811" y="54769"/>
                  </a:lnTo>
                  <a:lnTo>
                    <a:pt x="36385" y="24289"/>
                  </a:lnTo>
                  <a:lnTo>
                    <a:pt x="49816" y="24289"/>
                  </a:lnTo>
                  <a:lnTo>
                    <a:pt x="49816" y="78296"/>
                  </a:lnTo>
                  <a:lnTo>
                    <a:pt x="34195" y="78296"/>
                  </a:lnTo>
                  <a:lnTo>
                    <a:pt x="34195" y="47816"/>
                  </a:lnTo>
                  <a:lnTo>
                    <a:pt x="34004" y="47816"/>
                  </a:lnTo>
                  <a:lnTo>
                    <a:pt x="13525" y="78296"/>
                  </a:lnTo>
                  <a:lnTo>
                    <a:pt x="0" y="78296"/>
                  </a:lnTo>
                  <a:lnTo>
                    <a:pt x="0" y="24289"/>
                  </a:lnTo>
                  <a:close/>
                  <a:moveTo>
                    <a:pt x="6477" y="8001"/>
                  </a:moveTo>
                  <a:lnTo>
                    <a:pt x="14573" y="0"/>
                  </a:lnTo>
                  <a:cubicBezTo>
                    <a:pt x="16097" y="2857"/>
                    <a:pt x="19050" y="6858"/>
                    <a:pt x="24098" y="6858"/>
                  </a:cubicBezTo>
                  <a:cubicBezTo>
                    <a:pt x="30480" y="6858"/>
                    <a:pt x="32766" y="2953"/>
                    <a:pt x="34385" y="0"/>
                  </a:cubicBezTo>
                  <a:lnTo>
                    <a:pt x="42100" y="8001"/>
                  </a:lnTo>
                  <a:cubicBezTo>
                    <a:pt x="40100" y="12192"/>
                    <a:pt x="34099" y="18669"/>
                    <a:pt x="24479" y="18669"/>
                  </a:cubicBezTo>
                  <a:cubicBezTo>
                    <a:pt x="14954" y="18669"/>
                    <a:pt x="8953" y="12097"/>
                    <a:pt x="6477" y="800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44" name="Полилиния: фигура 143"/>
            <p:cNvSpPr/>
            <p:nvPr/>
          </p:nvSpPr>
          <p:spPr bwMode="auto">
            <a:xfrm>
              <a:off x="10861745" y="1588004"/>
              <a:ext cx="38100" cy="47625"/>
            </a:xfrm>
            <a:custGeom>
              <a:avLst/>
              <a:gdLst>
                <a:gd name="connsiteX0" fmla="*/ 95 w 38100"/>
                <a:gd name="connsiteY0" fmla="*/ 0 h 47625"/>
                <a:gd name="connsiteX1" fmla="*/ 47054 w 38100"/>
                <a:gd name="connsiteY1" fmla="*/ 0 h 47625"/>
                <a:gd name="connsiteX2" fmla="*/ 47054 w 38100"/>
                <a:gd name="connsiteY2" fmla="*/ 54007 h 47625"/>
                <a:gd name="connsiteX3" fmla="*/ 31433 w 38100"/>
                <a:gd name="connsiteY3" fmla="*/ 54007 h 47625"/>
                <a:gd name="connsiteX4" fmla="*/ 31433 w 38100"/>
                <a:gd name="connsiteY4" fmla="*/ 13621 h 47625"/>
                <a:gd name="connsiteX5" fmla="*/ 15621 w 38100"/>
                <a:gd name="connsiteY5" fmla="*/ 13621 h 47625"/>
                <a:gd name="connsiteX6" fmla="*/ 15621 w 38100"/>
                <a:gd name="connsiteY6" fmla="*/ 54007 h 47625"/>
                <a:gd name="connsiteX7" fmla="*/ 0 w 38100"/>
                <a:gd name="connsiteY7" fmla="*/ 54007 h 47625"/>
                <a:gd name="connsiteX8" fmla="*/ 0 w 38100"/>
                <a:gd name="connsiteY8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100" h="47625" fill="norm" stroke="1" extrusionOk="0">
                  <a:moveTo>
                    <a:pt x="95" y="0"/>
                  </a:moveTo>
                  <a:lnTo>
                    <a:pt x="47054" y="0"/>
                  </a:lnTo>
                  <a:lnTo>
                    <a:pt x="47054" y="54007"/>
                  </a:lnTo>
                  <a:lnTo>
                    <a:pt x="31433" y="54007"/>
                  </a:lnTo>
                  <a:lnTo>
                    <a:pt x="31433" y="13621"/>
                  </a:lnTo>
                  <a:lnTo>
                    <a:pt x="15621" y="13621"/>
                  </a:lnTo>
                  <a:lnTo>
                    <a:pt x="15621" y="54007"/>
                  </a:lnTo>
                  <a:lnTo>
                    <a:pt x="0" y="5400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45" name="Полилиния: фигура 144"/>
            <p:cNvSpPr/>
            <p:nvPr/>
          </p:nvSpPr>
          <p:spPr bwMode="auto">
            <a:xfrm>
              <a:off x="10919657" y="1586576"/>
              <a:ext cx="47625" cy="47625"/>
            </a:xfrm>
            <a:custGeom>
              <a:avLst/>
              <a:gdLst>
                <a:gd name="connsiteX0" fmla="*/ 0 w 47625"/>
                <a:gd name="connsiteY0" fmla="*/ 38481 h 47625"/>
                <a:gd name="connsiteX1" fmla="*/ 23813 w 47625"/>
                <a:gd name="connsiteY1" fmla="*/ 20860 h 47625"/>
                <a:gd name="connsiteX2" fmla="*/ 32861 w 47625"/>
                <a:gd name="connsiteY2" fmla="*/ 21431 h 47625"/>
                <a:gd name="connsiteX3" fmla="*/ 32861 w 47625"/>
                <a:gd name="connsiteY3" fmla="*/ 20669 h 47625"/>
                <a:gd name="connsiteX4" fmla="*/ 24194 w 47625"/>
                <a:gd name="connsiteY4" fmla="*/ 13811 h 47625"/>
                <a:gd name="connsiteX5" fmla="*/ 11621 w 47625"/>
                <a:gd name="connsiteY5" fmla="*/ 17717 h 47625"/>
                <a:gd name="connsiteX6" fmla="*/ 2477 w 47625"/>
                <a:gd name="connsiteY6" fmla="*/ 8382 h 47625"/>
                <a:gd name="connsiteX7" fmla="*/ 24956 w 47625"/>
                <a:gd name="connsiteY7" fmla="*/ 0 h 47625"/>
                <a:gd name="connsiteX8" fmla="*/ 48578 w 47625"/>
                <a:gd name="connsiteY8" fmla="*/ 20955 h 47625"/>
                <a:gd name="connsiteX9" fmla="*/ 48578 w 47625"/>
                <a:gd name="connsiteY9" fmla="*/ 55435 h 47625"/>
                <a:gd name="connsiteX10" fmla="*/ 33147 w 47625"/>
                <a:gd name="connsiteY10" fmla="*/ 55435 h 47625"/>
                <a:gd name="connsiteX11" fmla="*/ 33147 w 47625"/>
                <a:gd name="connsiteY11" fmla="*/ 50006 h 47625"/>
                <a:gd name="connsiteX12" fmla="*/ 32957 w 47625"/>
                <a:gd name="connsiteY12" fmla="*/ 50006 h 47625"/>
                <a:gd name="connsiteX13" fmla="*/ 18479 w 47625"/>
                <a:gd name="connsiteY13" fmla="*/ 56769 h 47625"/>
                <a:gd name="connsiteX14" fmla="*/ 0 w 47625"/>
                <a:gd name="connsiteY14" fmla="*/ 38481 h 47625"/>
                <a:gd name="connsiteX15" fmla="*/ 32861 w 47625"/>
                <a:gd name="connsiteY15" fmla="*/ 34766 h 47625"/>
                <a:gd name="connsiteX16" fmla="*/ 32861 w 47625"/>
                <a:gd name="connsiteY16" fmla="*/ 32956 h 47625"/>
                <a:gd name="connsiteX17" fmla="*/ 26003 w 47625"/>
                <a:gd name="connsiteY17" fmla="*/ 32194 h 47625"/>
                <a:gd name="connsiteX18" fmla="*/ 15716 w 47625"/>
                <a:gd name="connsiteY18" fmla="*/ 38386 h 47625"/>
                <a:gd name="connsiteX19" fmla="*/ 23146 w 47625"/>
                <a:gd name="connsiteY19" fmla="*/ 44482 h 47625"/>
                <a:gd name="connsiteX20" fmla="*/ 32861 w 47625"/>
                <a:gd name="connsiteY20" fmla="*/ 34766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7625" h="47625" fill="norm" stroke="1" extrusionOk="0">
                  <a:moveTo>
                    <a:pt x="0" y="38481"/>
                  </a:moveTo>
                  <a:cubicBezTo>
                    <a:pt x="0" y="29908"/>
                    <a:pt x="7144" y="20860"/>
                    <a:pt x="23813" y="20860"/>
                  </a:cubicBezTo>
                  <a:cubicBezTo>
                    <a:pt x="26194" y="20860"/>
                    <a:pt x="30004" y="20955"/>
                    <a:pt x="32861" y="21431"/>
                  </a:cubicBezTo>
                  <a:lnTo>
                    <a:pt x="32861" y="20669"/>
                  </a:lnTo>
                  <a:cubicBezTo>
                    <a:pt x="32861" y="15621"/>
                    <a:pt x="28766" y="13811"/>
                    <a:pt x="24194" y="13811"/>
                  </a:cubicBezTo>
                  <a:cubicBezTo>
                    <a:pt x="20098" y="13811"/>
                    <a:pt x="15621" y="15049"/>
                    <a:pt x="11621" y="17717"/>
                  </a:cubicBezTo>
                  <a:lnTo>
                    <a:pt x="2477" y="8382"/>
                  </a:lnTo>
                  <a:cubicBezTo>
                    <a:pt x="8668" y="2572"/>
                    <a:pt x="17621" y="0"/>
                    <a:pt x="24956" y="0"/>
                  </a:cubicBezTo>
                  <a:cubicBezTo>
                    <a:pt x="39053" y="0"/>
                    <a:pt x="48578" y="8001"/>
                    <a:pt x="48578" y="20955"/>
                  </a:cubicBezTo>
                  <a:lnTo>
                    <a:pt x="48578" y="55435"/>
                  </a:lnTo>
                  <a:lnTo>
                    <a:pt x="33147" y="55435"/>
                  </a:lnTo>
                  <a:lnTo>
                    <a:pt x="33147" y="50006"/>
                  </a:lnTo>
                  <a:lnTo>
                    <a:pt x="32957" y="50006"/>
                  </a:lnTo>
                  <a:cubicBezTo>
                    <a:pt x="30194" y="54673"/>
                    <a:pt x="25146" y="56769"/>
                    <a:pt x="18479" y="56769"/>
                  </a:cubicBezTo>
                  <a:cubicBezTo>
                    <a:pt x="7811" y="56674"/>
                    <a:pt x="0" y="48863"/>
                    <a:pt x="0" y="38481"/>
                  </a:cubicBezTo>
                  <a:close/>
                  <a:moveTo>
                    <a:pt x="32861" y="34766"/>
                  </a:moveTo>
                  <a:lnTo>
                    <a:pt x="32861" y="32956"/>
                  </a:lnTo>
                  <a:cubicBezTo>
                    <a:pt x="30766" y="32576"/>
                    <a:pt x="28194" y="32194"/>
                    <a:pt x="26003" y="32194"/>
                  </a:cubicBezTo>
                  <a:cubicBezTo>
                    <a:pt x="18860" y="32194"/>
                    <a:pt x="15812" y="34766"/>
                    <a:pt x="15716" y="38386"/>
                  </a:cubicBezTo>
                  <a:cubicBezTo>
                    <a:pt x="15621" y="42005"/>
                    <a:pt x="18383" y="44577"/>
                    <a:pt x="23146" y="44482"/>
                  </a:cubicBezTo>
                  <a:cubicBezTo>
                    <a:pt x="27718" y="44387"/>
                    <a:pt x="32861" y="41624"/>
                    <a:pt x="32861" y="3476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46" name="Полилиния: фигура 145"/>
            <p:cNvSpPr/>
            <p:nvPr/>
          </p:nvSpPr>
          <p:spPr bwMode="auto">
            <a:xfrm>
              <a:off x="10982331" y="1586671"/>
              <a:ext cx="47625" cy="66675"/>
            </a:xfrm>
            <a:custGeom>
              <a:avLst/>
              <a:gdLst>
                <a:gd name="connsiteX0" fmla="*/ 15621 w 47625"/>
                <a:gd name="connsiteY0" fmla="*/ 75057 h 66675"/>
                <a:gd name="connsiteX1" fmla="*/ 0 w 47625"/>
                <a:gd name="connsiteY1" fmla="*/ 75057 h 66675"/>
                <a:gd name="connsiteX2" fmla="*/ 0 w 47625"/>
                <a:gd name="connsiteY2" fmla="*/ 1333 h 66675"/>
                <a:gd name="connsiteX3" fmla="*/ 15621 w 47625"/>
                <a:gd name="connsiteY3" fmla="*/ 1333 h 66675"/>
                <a:gd name="connsiteX4" fmla="*/ 15621 w 47625"/>
                <a:gd name="connsiteY4" fmla="*/ 6667 h 66675"/>
                <a:gd name="connsiteX5" fmla="*/ 15812 w 47625"/>
                <a:gd name="connsiteY5" fmla="*/ 6667 h 66675"/>
                <a:gd name="connsiteX6" fmla="*/ 30956 w 47625"/>
                <a:gd name="connsiteY6" fmla="*/ 0 h 66675"/>
                <a:gd name="connsiteX7" fmla="*/ 55626 w 47625"/>
                <a:gd name="connsiteY7" fmla="*/ 28099 h 66675"/>
                <a:gd name="connsiteX8" fmla="*/ 30956 w 47625"/>
                <a:gd name="connsiteY8" fmla="*/ 56483 h 66675"/>
                <a:gd name="connsiteX9" fmla="*/ 15812 w 47625"/>
                <a:gd name="connsiteY9" fmla="*/ 49816 h 66675"/>
                <a:gd name="connsiteX10" fmla="*/ 15621 w 47625"/>
                <a:gd name="connsiteY10" fmla="*/ 49816 h 66675"/>
                <a:gd name="connsiteX11" fmla="*/ 15621 w 47625"/>
                <a:gd name="connsiteY11" fmla="*/ 75057 h 66675"/>
                <a:gd name="connsiteX12" fmla="*/ 27242 w 47625"/>
                <a:gd name="connsiteY12" fmla="*/ 42481 h 66675"/>
                <a:gd name="connsiteX13" fmla="*/ 39433 w 47625"/>
                <a:gd name="connsiteY13" fmla="*/ 28099 h 66675"/>
                <a:gd name="connsiteX14" fmla="*/ 27242 w 47625"/>
                <a:gd name="connsiteY14" fmla="*/ 14002 h 66675"/>
                <a:gd name="connsiteX15" fmla="*/ 14954 w 47625"/>
                <a:gd name="connsiteY15" fmla="*/ 28099 h 66675"/>
                <a:gd name="connsiteX16" fmla="*/ 27242 w 47625"/>
                <a:gd name="connsiteY16" fmla="*/ 42481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625" h="66675" fill="norm" stroke="1" extrusionOk="0">
                  <a:moveTo>
                    <a:pt x="15621" y="75057"/>
                  </a:moveTo>
                  <a:lnTo>
                    <a:pt x="0" y="75057"/>
                  </a:lnTo>
                  <a:lnTo>
                    <a:pt x="0" y="1333"/>
                  </a:lnTo>
                  <a:lnTo>
                    <a:pt x="15621" y="1333"/>
                  </a:lnTo>
                  <a:lnTo>
                    <a:pt x="15621" y="6667"/>
                  </a:lnTo>
                  <a:lnTo>
                    <a:pt x="15812" y="6667"/>
                  </a:lnTo>
                  <a:cubicBezTo>
                    <a:pt x="18193" y="3810"/>
                    <a:pt x="22765" y="0"/>
                    <a:pt x="30956" y="0"/>
                  </a:cubicBezTo>
                  <a:cubicBezTo>
                    <a:pt x="45053" y="0"/>
                    <a:pt x="55626" y="11620"/>
                    <a:pt x="55626" y="28099"/>
                  </a:cubicBezTo>
                  <a:cubicBezTo>
                    <a:pt x="55626" y="44672"/>
                    <a:pt x="45053" y="56483"/>
                    <a:pt x="30956" y="56483"/>
                  </a:cubicBezTo>
                  <a:cubicBezTo>
                    <a:pt x="22765" y="56483"/>
                    <a:pt x="18098" y="52768"/>
                    <a:pt x="15812" y="49816"/>
                  </a:cubicBezTo>
                  <a:lnTo>
                    <a:pt x="15621" y="49816"/>
                  </a:lnTo>
                  <a:lnTo>
                    <a:pt x="15621" y="75057"/>
                  </a:lnTo>
                  <a:close/>
                  <a:moveTo>
                    <a:pt x="27242" y="42481"/>
                  </a:moveTo>
                  <a:cubicBezTo>
                    <a:pt x="34385" y="42481"/>
                    <a:pt x="39433" y="36385"/>
                    <a:pt x="39433" y="28099"/>
                  </a:cubicBezTo>
                  <a:cubicBezTo>
                    <a:pt x="39433" y="20193"/>
                    <a:pt x="34385" y="14002"/>
                    <a:pt x="27242" y="14002"/>
                  </a:cubicBezTo>
                  <a:cubicBezTo>
                    <a:pt x="20098" y="14002"/>
                    <a:pt x="14954" y="20193"/>
                    <a:pt x="14954" y="28099"/>
                  </a:cubicBezTo>
                  <a:cubicBezTo>
                    <a:pt x="15050" y="36385"/>
                    <a:pt x="20098" y="42481"/>
                    <a:pt x="27242" y="4248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47" name="Полилиния: фигура 146"/>
            <p:cNvSpPr/>
            <p:nvPr/>
          </p:nvSpPr>
          <p:spPr bwMode="auto">
            <a:xfrm>
              <a:off x="11049483" y="1588004"/>
              <a:ext cx="47625" cy="47625"/>
            </a:xfrm>
            <a:custGeom>
              <a:avLst/>
              <a:gdLst>
                <a:gd name="connsiteX0" fmla="*/ 95 w 47625"/>
                <a:gd name="connsiteY0" fmla="*/ 0 h 47625"/>
                <a:gd name="connsiteX1" fmla="*/ 15716 w 47625"/>
                <a:gd name="connsiteY1" fmla="*/ 0 h 47625"/>
                <a:gd name="connsiteX2" fmla="*/ 15716 w 47625"/>
                <a:gd name="connsiteY2" fmla="*/ 20383 h 47625"/>
                <a:gd name="connsiteX3" fmla="*/ 18097 w 47625"/>
                <a:gd name="connsiteY3" fmla="*/ 20383 h 47625"/>
                <a:gd name="connsiteX4" fmla="*/ 30766 w 47625"/>
                <a:gd name="connsiteY4" fmla="*/ 0 h 47625"/>
                <a:gd name="connsiteX5" fmla="*/ 48578 w 47625"/>
                <a:gd name="connsiteY5" fmla="*/ 0 h 47625"/>
                <a:gd name="connsiteX6" fmla="*/ 31242 w 47625"/>
                <a:gd name="connsiteY6" fmla="*/ 26670 h 47625"/>
                <a:gd name="connsiteX7" fmla="*/ 50673 w 47625"/>
                <a:gd name="connsiteY7" fmla="*/ 53912 h 47625"/>
                <a:gd name="connsiteX8" fmla="*/ 31623 w 47625"/>
                <a:gd name="connsiteY8" fmla="*/ 53912 h 47625"/>
                <a:gd name="connsiteX9" fmla="*/ 17335 w 47625"/>
                <a:gd name="connsiteY9" fmla="*/ 33433 h 47625"/>
                <a:gd name="connsiteX10" fmla="*/ 15621 w 47625"/>
                <a:gd name="connsiteY10" fmla="*/ 33433 h 47625"/>
                <a:gd name="connsiteX11" fmla="*/ 15621 w 47625"/>
                <a:gd name="connsiteY11" fmla="*/ 54007 h 47625"/>
                <a:gd name="connsiteX12" fmla="*/ 0 w 47625"/>
                <a:gd name="connsiteY12" fmla="*/ 54007 h 47625"/>
                <a:gd name="connsiteX13" fmla="*/ 0 w 47625"/>
                <a:gd name="connsiteY13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" h="47625" fill="norm" stroke="1" extrusionOk="0">
                  <a:moveTo>
                    <a:pt x="95" y="0"/>
                  </a:moveTo>
                  <a:lnTo>
                    <a:pt x="15716" y="0"/>
                  </a:lnTo>
                  <a:lnTo>
                    <a:pt x="15716" y="20383"/>
                  </a:lnTo>
                  <a:lnTo>
                    <a:pt x="18097" y="20383"/>
                  </a:lnTo>
                  <a:lnTo>
                    <a:pt x="30766" y="0"/>
                  </a:lnTo>
                  <a:lnTo>
                    <a:pt x="48578" y="0"/>
                  </a:lnTo>
                  <a:lnTo>
                    <a:pt x="31242" y="26670"/>
                  </a:lnTo>
                  <a:lnTo>
                    <a:pt x="50673" y="53912"/>
                  </a:lnTo>
                  <a:lnTo>
                    <a:pt x="31623" y="53912"/>
                  </a:lnTo>
                  <a:lnTo>
                    <a:pt x="17335" y="33433"/>
                  </a:lnTo>
                  <a:lnTo>
                    <a:pt x="15621" y="33433"/>
                  </a:lnTo>
                  <a:lnTo>
                    <a:pt x="15621" y="54007"/>
                  </a:lnTo>
                  <a:lnTo>
                    <a:pt x="0" y="5400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48" name="Полилиния: фигура 147"/>
            <p:cNvSpPr/>
            <p:nvPr/>
          </p:nvSpPr>
          <p:spPr bwMode="auto">
            <a:xfrm>
              <a:off x="11107585" y="1588004"/>
              <a:ext cx="47625" cy="47625"/>
            </a:xfrm>
            <a:custGeom>
              <a:avLst/>
              <a:gdLst>
                <a:gd name="connsiteX0" fmla="*/ 0 w 47625"/>
                <a:gd name="connsiteY0" fmla="*/ 0 h 47625"/>
                <a:gd name="connsiteX1" fmla="*/ 15621 w 47625"/>
                <a:gd name="connsiteY1" fmla="*/ 0 h 47625"/>
                <a:gd name="connsiteX2" fmla="*/ 15621 w 47625"/>
                <a:gd name="connsiteY2" fmla="*/ 30480 h 47625"/>
                <a:gd name="connsiteX3" fmla="*/ 15811 w 47625"/>
                <a:gd name="connsiteY3" fmla="*/ 30480 h 47625"/>
                <a:gd name="connsiteX4" fmla="*/ 36385 w 47625"/>
                <a:gd name="connsiteY4" fmla="*/ 0 h 47625"/>
                <a:gd name="connsiteX5" fmla="*/ 49816 w 47625"/>
                <a:gd name="connsiteY5" fmla="*/ 0 h 47625"/>
                <a:gd name="connsiteX6" fmla="*/ 49816 w 47625"/>
                <a:gd name="connsiteY6" fmla="*/ 54007 h 47625"/>
                <a:gd name="connsiteX7" fmla="*/ 34195 w 47625"/>
                <a:gd name="connsiteY7" fmla="*/ 54007 h 47625"/>
                <a:gd name="connsiteX8" fmla="*/ 34195 w 47625"/>
                <a:gd name="connsiteY8" fmla="*/ 23527 h 47625"/>
                <a:gd name="connsiteX9" fmla="*/ 34004 w 47625"/>
                <a:gd name="connsiteY9" fmla="*/ 23527 h 47625"/>
                <a:gd name="connsiteX10" fmla="*/ 13525 w 47625"/>
                <a:gd name="connsiteY10" fmla="*/ 54007 h 47625"/>
                <a:gd name="connsiteX11" fmla="*/ 0 w 47625"/>
                <a:gd name="connsiteY11" fmla="*/ 54007 h 47625"/>
                <a:gd name="connsiteX12" fmla="*/ 0 w 47625"/>
                <a:gd name="connsiteY12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 fill="norm" stroke="1" extrusionOk="0">
                  <a:moveTo>
                    <a:pt x="0" y="0"/>
                  </a:moveTo>
                  <a:lnTo>
                    <a:pt x="15621" y="0"/>
                  </a:lnTo>
                  <a:lnTo>
                    <a:pt x="15621" y="30480"/>
                  </a:lnTo>
                  <a:lnTo>
                    <a:pt x="15811" y="30480"/>
                  </a:lnTo>
                  <a:lnTo>
                    <a:pt x="36385" y="0"/>
                  </a:lnTo>
                  <a:lnTo>
                    <a:pt x="49816" y="0"/>
                  </a:lnTo>
                  <a:lnTo>
                    <a:pt x="49816" y="54007"/>
                  </a:lnTo>
                  <a:lnTo>
                    <a:pt x="34195" y="54007"/>
                  </a:lnTo>
                  <a:lnTo>
                    <a:pt x="34195" y="23527"/>
                  </a:lnTo>
                  <a:lnTo>
                    <a:pt x="34004" y="23527"/>
                  </a:lnTo>
                  <a:lnTo>
                    <a:pt x="13525" y="54007"/>
                  </a:lnTo>
                  <a:lnTo>
                    <a:pt x="0" y="5400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49" name="Полилиния: фигура 148"/>
            <p:cNvSpPr/>
            <p:nvPr/>
          </p:nvSpPr>
          <p:spPr bwMode="auto">
            <a:xfrm>
              <a:off x="11172545" y="1588004"/>
              <a:ext cx="47625" cy="47625"/>
            </a:xfrm>
            <a:custGeom>
              <a:avLst/>
              <a:gdLst>
                <a:gd name="connsiteX0" fmla="*/ 0 w 47625"/>
                <a:gd name="connsiteY0" fmla="*/ 0 h 47625"/>
                <a:gd name="connsiteX1" fmla="*/ 15621 w 47625"/>
                <a:gd name="connsiteY1" fmla="*/ 0 h 47625"/>
                <a:gd name="connsiteX2" fmla="*/ 15621 w 47625"/>
                <a:gd name="connsiteY2" fmla="*/ 19907 h 47625"/>
                <a:gd name="connsiteX3" fmla="*/ 33242 w 47625"/>
                <a:gd name="connsiteY3" fmla="*/ 19907 h 47625"/>
                <a:gd name="connsiteX4" fmla="*/ 33242 w 47625"/>
                <a:gd name="connsiteY4" fmla="*/ 0 h 47625"/>
                <a:gd name="connsiteX5" fmla="*/ 48863 w 47625"/>
                <a:gd name="connsiteY5" fmla="*/ 0 h 47625"/>
                <a:gd name="connsiteX6" fmla="*/ 48863 w 47625"/>
                <a:gd name="connsiteY6" fmla="*/ 54007 h 47625"/>
                <a:gd name="connsiteX7" fmla="*/ 33242 w 47625"/>
                <a:gd name="connsiteY7" fmla="*/ 54007 h 47625"/>
                <a:gd name="connsiteX8" fmla="*/ 33242 w 47625"/>
                <a:gd name="connsiteY8" fmla="*/ 33623 h 47625"/>
                <a:gd name="connsiteX9" fmla="*/ 15621 w 47625"/>
                <a:gd name="connsiteY9" fmla="*/ 33623 h 47625"/>
                <a:gd name="connsiteX10" fmla="*/ 15621 w 47625"/>
                <a:gd name="connsiteY10" fmla="*/ 54007 h 47625"/>
                <a:gd name="connsiteX11" fmla="*/ 0 w 47625"/>
                <a:gd name="connsiteY11" fmla="*/ 54007 h 47625"/>
                <a:gd name="connsiteX12" fmla="*/ 0 w 47625"/>
                <a:gd name="connsiteY12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 fill="norm" stroke="1" extrusionOk="0">
                  <a:moveTo>
                    <a:pt x="0" y="0"/>
                  </a:moveTo>
                  <a:lnTo>
                    <a:pt x="15621" y="0"/>
                  </a:lnTo>
                  <a:lnTo>
                    <a:pt x="15621" y="19907"/>
                  </a:lnTo>
                  <a:lnTo>
                    <a:pt x="33242" y="19907"/>
                  </a:lnTo>
                  <a:lnTo>
                    <a:pt x="33242" y="0"/>
                  </a:lnTo>
                  <a:lnTo>
                    <a:pt x="48863" y="0"/>
                  </a:lnTo>
                  <a:lnTo>
                    <a:pt x="48863" y="54007"/>
                  </a:lnTo>
                  <a:lnTo>
                    <a:pt x="33242" y="54007"/>
                  </a:lnTo>
                  <a:lnTo>
                    <a:pt x="33242" y="33623"/>
                  </a:lnTo>
                  <a:lnTo>
                    <a:pt x="15621" y="33623"/>
                  </a:lnTo>
                  <a:lnTo>
                    <a:pt x="15621" y="54007"/>
                  </a:lnTo>
                  <a:lnTo>
                    <a:pt x="0" y="5400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50" name="Полилиния: фигура 149"/>
            <p:cNvSpPr/>
            <p:nvPr/>
          </p:nvSpPr>
          <p:spPr bwMode="auto">
            <a:xfrm>
              <a:off x="11236173" y="1588004"/>
              <a:ext cx="28575" cy="47625"/>
            </a:xfrm>
            <a:custGeom>
              <a:avLst/>
              <a:gdLst>
                <a:gd name="connsiteX0" fmla="*/ 95 w 28575"/>
                <a:gd name="connsiteY0" fmla="*/ 0 h 47625"/>
                <a:gd name="connsiteX1" fmla="*/ 38005 w 28575"/>
                <a:gd name="connsiteY1" fmla="*/ 0 h 47625"/>
                <a:gd name="connsiteX2" fmla="*/ 32956 w 28575"/>
                <a:gd name="connsiteY2" fmla="*/ 13526 h 47625"/>
                <a:gd name="connsiteX3" fmla="*/ 15621 w 28575"/>
                <a:gd name="connsiteY3" fmla="*/ 13526 h 47625"/>
                <a:gd name="connsiteX4" fmla="*/ 15621 w 28575"/>
                <a:gd name="connsiteY4" fmla="*/ 54007 h 47625"/>
                <a:gd name="connsiteX5" fmla="*/ 0 w 28575"/>
                <a:gd name="connsiteY5" fmla="*/ 54007 h 47625"/>
                <a:gd name="connsiteX6" fmla="*/ 0 w 28575"/>
                <a:gd name="connsiteY6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575" h="47625" fill="norm" stroke="1" extrusionOk="0">
                  <a:moveTo>
                    <a:pt x="95" y="0"/>
                  </a:moveTo>
                  <a:lnTo>
                    <a:pt x="38005" y="0"/>
                  </a:lnTo>
                  <a:lnTo>
                    <a:pt x="32956" y="13526"/>
                  </a:lnTo>
                  <a:lnTo>
                    <a:pt x="15621" y="13526"/>
                  </a:lnTo>
                  <a:lnTo>
                    <a:pt x="15621" y="54007"/>
                  </a:lnTo>
                  <a:lnTo>
                    <a:pt x="0" y="54007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51" name="Полилиния: фигура 150"/>
            <p:cNvSpPr/>
            <p:nvPr/>
          </p:nvSpPr>
          <p:spPr bwMode="auto">
            <a:xfrm>
              <a:off x="10438740" y="1385217"/>
              <a:ext cx="323850" cy="400050"/>
            </a:xfrm>
            <a:custGeom>
              <a:avLst/>
              <a:gdLst>
                <a:gd name="connsiteX0" fmla="*/ 166021 w 323850"/>
                <a:gd name="connsiteY0" fmla="*/ 0 h 400050"/>
                <a:gd name="connsiteX1" fmla="*/ 0 w 323850"/>
                <a:gd name="connsiteY1" fmla="*/ 166116 h 400050"/>
                <a:gd name="connsiteX2" fmla="*/ 48482 w 323850"/>
                <a:gd name="connsiteY2" fmla="*/ 283369 h 400050"/>
                <a:gd name="connsiteX3" fmla="*/ 58198 w 323850"/>
                <a:gd name="connsiteY3" fmla="*/ 287369 h 400050"/>
                <a:gd name="connsiteX4" fmla="*/ 71723 w 323850"/>
                <a:gd name="connsiteY4" fmla="*/ 273844 h 400050"/>
                <a:gd name="connsiteX5" fmla="*/ 67627 w 323850"/>
                <a:gd name="connsiteY5" fmla="*/ 264033 h 400050"/>
                <a:gd name="connsiteX6" fmla="*/ 27051 w 323850"/>
                <a:gd name="connsiteY6" fmla="*/ 166021 h 400050"/>
                <a:gd name="connsiteX7" fmla="*/ 166116 w 323850"/>
                <a:gd name="connsiteY7" fmla="*/ 26956 h 400050"/>
                <a:gd name="connsiteX8" fmla="*/ 305181 w 323850"/>
                <a:gd name="connsiteY8" fmla="*/ 166021 h 400050"/>
                <a:gd name="connsiteX9" fmla="*/ 264414 w 323850"/>
                <a:gd name="connsiteY9" fmla="*/ 264319 h 400050"/>
                <a:gd name="connsiteX10" fmla="*/ 146971 w 323850"/>
                <a:gd name="connsiteY10" fmla="*/ 381762 h 400050"/>
                <a:gd name="connsiteX11" fmla="*/ 166116 w 323850"/>
                <a:gd name="connsiteY11" fmla="*/ 400907 h 400050"/>
                <a:gd name="connsiteX12" fmla="*/ 283655 w 323850"/>
                <a:gd name="connsiteY12" fmla="*/ 283369 h 400050"/>
                <a:gd name="connsiteX13" fmla="*/ 332232 w 323850"/>
                <a:gd name="connsiteY13" fmla="*/ 166021 h 400050"/>
                <a:gd name="connsiteX14" fmla="*/ 166021 w 323850"/>
                <a:gd name="connsiteY14" fmla="*/ 0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23850" h="400050" fill="norm" stroke="1" extrusionOk="0">
                  <a:moveTo>
                    <a:pt x="166021" y="0"/>
                  </a:moveTo>
                  <a:cubicBezTo>
                    <a:pt x="74295" y="0"/>
                    <a:pt x="0" y="74390"/>
                    <a:pt x="0" y="166116"/>
                  </a:cubicBezTo>
                  <a:cubicBezTo>
                    <a:pt x="0" y="211931"/>
                    <a:pt x="18574" y="253460"/>
                    <a:pt x="48482" y="283369"/>
                  </a:cubicBezTo>
                  <a:cubicBezTo>
                    <a:pt x="51054" y="285941"/>
                    <a:pt x="54388" y="287369"/>
                    <a:pt x="58198" y="287369"/>
                  </a:cubicBezTo>
                  <a:cubicBezTo>
                    <a:pt x="65627" y="287369"/>
                    <a:pt x="71723" y="281369"/>
                    <a:pt x="71723" y="273844"/>
                  </a:cubicBezTo>
                  <a:cubicBezTo>
                    <a:pt x="71723" y="270034"/>
                    <a:pt x="70104" y="266605"/>
                    <a:pt x="67627" y="264033"/>
                  </a:cubicBezTo>
                  <a:cubicBezTo>
                    <a:pt x="42672" y="239078"/>
                    <a:pt x="27051" y="204216"/>
                    <a:pt x="27051" y="166021"/>
                  </a:cubicBezTo>
                  <a:cubicBezTo>
                    <a:pt x="27051" y="89345"/>
                    <a:pt x="89440" y="26956"/>
                    <a:pt x="166116" y="26956"/>
                  </a:cubicBezTo>
                  <a:cubicBezTo>
                    <a:pt x="242792" y="26956"/>
                    <a:pt x="305181" y="89345"/>
                    <a:pt x="305181" y="166021"/>
                  </a:cubicBezTo>
                  <a:cubicBezTo>
                    <a:pt x="305181" y="204407"/>
                    <a:pt x="289560" y="239173"/>
                    <a:pt x="264414" y="264319"/>
                  </a:cubicBezTo>
                  <a:lnTo>
                    <a:pt x="146971" y="381762"/>
                  </a:lnTo>
                  <a:lnTo>
                    <a:pt x="166116" y="400907"/>
                  </a:lnTo>
                  <a:lnTo>
                    <a:pt x="283655" y="283369"/>
                  </a:lnTo>
                  <a:cubicBezTo>
                    <a:pt x="313658" y="253365"/>
                    <a:pt x="332232" y="211836"/>
                    <a:pt x="332232" y="166021"/>
                  </a:cubicBezTo>
                  <a:cubicBezTo>
                    <a:pt x="332042" y="74390"/>
                    <a:pt x="257746" y="0"/>
                    <a:pt x="166021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52" name="Полилиния: фигура 151"/>
            <p:cNvSpPr/>
            <p:nvPr/>
          </p:nvSpPr>
          <p:spPr bwMode="auto">
            <a:xfrm>
              <a:off x="10590949" y="1506470"/>
              <a:ext cx="47625" cy="38100"/>
            </a:xfrm>
            <a:custGeom>
              <a:avLst/>
              <a:gdLst>
                <a:gd name="connsiteX0" fmla="*/ 32385 w 47625"/>
                <a:gd name="connsiteY0" fmla="*/ 38862 h 38100"/>
                <a:gd name="connsiteX1" fmla="*/ 40576 w 47625"/>
                <a:gd name="connsiteY1" fmla="*/ 36004 h 38100"/>
                <a:gd name="connsiteX2" fmla="*/ 46196 w 47625"/>
                <a:gd name="connsiteY2" fmla="*/ 30004 h 38100"/>
                <a:gd name="connsiteX3" fmla="*/ 48292 w 47625"/>
                <a:gd name="connsiteY3" fmla="*/ 19812 h 38100"/>
                <a:gd name="connsiteX4" fmla="*/ 46196 w 47625"/>
                <a:gd name="connsiteY4" fmla="*/ 9620 h 38100"/>
                <a:gd name="connsiteX5" fmla="*/ 40576 w 47625"/>
                <a:gd name="connsiteY5" fmla="*/ 3619 h 38100"/>
                <a:gd name="connsiteX6" fmla="*/ 32385 w 47625"/>
                <a:gd name="connsiteY6" fmla="*/ 762 h 38100"/>
                <a:gd name="connsiteX7" fmla="*/ 22670 w 47625"/>
                <a:gd name="connsiteY7" fmla="*/ 0 h 38100"/>
                <a:gd name="connsiteX8" fmla="*/ 0 w 47625"/>
                <a:gd name="connsiteY8" fmla="*/ 0 h 38100"/>
                <a:gd name="connsiteX9" fmla="*/ 0 w 47625"/>
                <a:gd name="connsiteY9" fmla="*/ 39719 h 38100"/>
                <a:gd name="connsiteX10" fmla="*/ 22670 w 47625"/>
                <a:gd name="connsiteY10" fmla="*/ 39719 h 38100"/>
                <a:gd name="connsiteX11" fmla="*/ 32385 w 47625"/>
                <a:gd name="connsiteY11" fmla="*/ 38862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7625" h="38100" fill="norm" stroke="1" extrusionOk="0">
                  <a:moveTo>
                    <a:pt x="32385" y="38862"/>
                  </a:moveTo>
                  <a:cubicBezTo>
                    <a:pt x="35433" y="38386"/>
                    <a:pt x="38195" y="37433"/>
                    <a:pt x="40576" y="36004"/>
                  </a:cubicBezTo>
                  <a:cubicBezTo>
                    <a:pt x="42958" y="34576"/>
                    <a:pt x="44863" y="32576"/>
                    <a:pt x="46196" y="30004"/>
                  </a:cubicBezTo>
                  <a:cubicBezTo>
                    <a:pt x="47625" y="27432"/>
                    <a:pt x="48292" y="24003"/>
                    <a:pt x="48292" y="19812"/>
                  </a:cubicBezTo>
                  <a:cubicBezTo>
                    <a:pt x="48292" y="15621"/>
                    <a:pt x="47625" y="12192"/>
                    <a:pt x="46196" y="9620"/>
                  </a:cubicBezTo>
                  <a:cubicBezTo>
                    <a:pt x="44767" y="7048"/>
                    <a:pt x="42863" y="5048"/>
                    <a:pt x="40576" y="3619"/>
                  </a:cubicBezTo>
                  <a:cubicBezTo>
                    <a:pt x="38195" y="2191"/>
                    <a:pt x="35528" y="1238"/>
                    <a:pt x="32385" y="762"/>
                  </a:cubicBezTo>
                  <a:cubicBezTo>
                    <a:pt x="29242" y="286"/>
                    <a:pt x="26099" y="0"/>
                    <a:pt x="22670" y="0"/>
                  </a:cubicBezTo>
                  <a:lnTo>
                    <a:pt x="0" y="0"/>
                  </a:lnTo>
                  <a:lnTo>
                    <a:pt x="0" y="39719"/>
                  </a:lnTo>
                  <a:lnTo>
                    <a:pt x="22670" y="39719"/>
                  </a:lnTo>
                  <a:cubicBezTo>
                    <a:pt x="26003" y="39529"/>
                    <a:pt x="29242" y="39338"/>
                    <a:pt x="32385" y="3886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53" name="Полилиния: фигура 152"/>
            <p:cNvSpPr/>
            <p:nvPr/>
          </p:nvSpPr>
          <p:spPr bwMode="auto">
            <a:xfrm>
              <a:off x="10496556" y="1441796"/>
              <a:ext cx="209550" cy="209550"/>
            </a:xfrm>
            <a:custGeom>
              <a:avLst/>
              <a:gdLst>
                <a:gd name="connsiteX0" fmla="*/ 108204 w 209550"/>
                <a:gd name="connsiteY0" fmla="*/ 216408 h 209550"/>
                <a:gd name="connsiteX1" fmla="*/ 216408 w 209550"/>
                <a:gd name="connsiteY1" fmla="*/ 108204 h 209550"/>
                <a:gd name="connsiteX2" fmla="*/ 108204 w 209550"/>
                <a:gd name="connsiteY2" fmla="*/ 0 h 209550"/>
                <a:gd name="connsiteX3" fmla="*/ 0 w 209550"/>
                <a:gd name="connsiteY3" fmla="*/ 108204 h 209550"/>
                <a:gd name="connsiteX4" fmla="*/ 108204 w 209550"/>
                <a:gd name="connsiteY4" fmla="*/ 216408 h 209550"/>
                <a:gd name="connsiteX5" fmla="*/ 65246 w 209550"/>
                <a:gd name="connsiteY5" fmla="*/ 41815 h 209550"/>
                <a:gd name="connsiteX6" fmla="*/ 125063 w 209550"/>
                <a:gd name="connsiteY6" fmla="*/ 41815 h 209550"/>
                <a:gd name="connsiteX7" fmla="*/ 146209 w 209550"/>
                <a:gd name="connsiteY7" fmla="*/ 45434 h 209550"/>
                <a:gd name="connsiteX8" fmla="*/ 160401 w 209550"/>
                <a:gd name="connsiteY8" fmla="*/ 55055 h 209550"/>
                <a:gd name="connsiteX9" fmla="*/ 168402 w 209550"/>
                <a:gd name="connsiteY9" fmla="*/ 68580 h 209550"/>
                <a:gd name="connsiteX10" fmla="*/ 170879 w 209550"/>
                <a:gd name="connsiteY10" fmla="*/ 84392 h 209550"/>
                <a:gd name="connsiteX11" fmla="*/ 168402 w 209550"/>
                <a:gd name="connsiteY11" fmla="*/ 100108 h 209550"/>
                <a:gd name="connsiteX12" fmla="*/ 160401 w 209550"/>
                <a:gd name="connsiteY12" fmla="*/ 113729 h 209550"/>
                <a:gd name="connsiteX13" fmla="*/ 146209 w 209550"/>
                <a:gd name="connsiteY13" fmla="*/ 123254 h 209550"/>
                <a:gd name="connsiteX14" fmla="*/ 125063 w 209550"/>
                <a:gd name="connsiteY14" fmla="*/ 126873 h 209550"/>
                <a:gd name="connsiteX15" fmla="*/ 94393 w 209550"/>
                <a:gd name="connsiteY15" fmla="*/ 126873 h 209550"/>
                <a:gd name="connsiteX16" fmla="*/ 94393 w 209550"/>
                <a:gd name="connsiteY16" fmla="*/ 174403 h 209550"/>
                <a:gd name="connsiteX17" fmla="*/ 65246 w 209550"/>
                <a:gd name="connsiteY17" fmla="*/ 174403 h 209550"/>
                <a:gd name="connsiteX18" fmla="*/ 65246 w 209550"/>
                <a:gd name="connsiteY18" fmla="*/ 41815 h 209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09550" h="209550" fill="norm" stroke="1" extrusionOk="0">
                  <a:moveTo>
                    <a:pt x="108204" y="216408"/>
                  </a:moveTo>
                  <a:cubicBezTo>
                    <a:pt x="168021" y="216408"/>
                    <a:pt x="216408" y="167926"/>
                    <a:pt x="216408" y="108204"/>
                  </a:cubicBezTo>
                  <a:cubicBezTo>
                    <a:pt x="216408" y="48387"/>
                    <a:pt x="167926" y="0"/>
                    <a:pt x="108204" y="0"/>
                  </a:cubicBezTo>
                  <a:cubicBezTo>
                    <a:pt x="48387" y="0"/>
                    <a:pt x="0" y="48482"/>
                    <a:pt x="0" y="108204"/>
                  </a:cubicBezTo>
                  <a:cubicBezTo>
                    <a:pt x="0" y="167926"/>
                    <a:pt x="48387" y="216408"/>
                    <a:pt x="108204" y="216408"/>
                  </a:cubicBezTo>
                  <a:close/>
                  <a:moveTo>
                    <a:pt x="65246" y="41815"/>
                  </a:moveTo>
                  <a:lnTo>
                    <a:pt x="125063" y="41815"/>
                  </a:lnTo>
                  <a:cubicBezTo>
                    <a:pt x="133350" y="41815"/>
                    <a:pt x="140399" y="43053"/>
                    <a:pt x="146209" y="45434"/>
                  </a:cubicBezTo>
                  <a:cubicBezTo>
                    <a:pt x="152019" y="47816"/>
                    <a:pt x="156782" y="51054"/>
                    <a:pt x="160401" y="55055"/>
                  </a:cubicBezTo>
                  <a:cubicBezTo>
                    <a:pt x="164021" y="59055"/>
                    <a:pt x="166688" y="63532"/>
                    <a:pt x="168402" y="68580"/>
                  </a:cubicBezTo>
                  <a:cubicBezTo>
                    <a:pt x="170117" y="73628"/>
                    <a:pt x="170879" y="78962"/>
                    <a:pt x="170879" y="84392"/>
                  </a:cubicBezTo>
                  <a:cubicBezTo>
                    <a:pt x="170879" y="89726"/>
                    <a:pt x="170021" y="94964"/>
                    <a:pt x="168402" y="100108"/>
                  </a:cubicBezTo>
                  <a:cubicBezTo>
                    <a:pt x="166783" y="105251"/>
                    <a:pt x="164021" y="109823"/>
                    <a:pt x="160401" y="113729"/>
                  </a:cubicBezTo>
                  <a:cubicBezTo>
                    <a:pt x="156782" y="117729"/>
                    <a:pt x="152019" y="120872"/>
                    <a:pt x="146209" y="123254"/>
                  </a:cubicBezTo>
                  <a:cubicBezTo>
                    <a:pt x="140399" y="125635"/>
                    <a:pt x="133350" y="126873"/>
                    <a:pt x="125063" y="126873"/>
                  </a:cubicBezTo>
                  <a:lnTo>
                    <a:pt x="94393" y="126873"/>
                  </a:lnTo>
                  <a:lnTo>
                    <a:pt x="94393" y="174403"/>
                  </a:lnTo>
                  <a:lnTo>
                    <a:pt x="65246" y="174403"/>
                  </a:lnTo>
                  <a:lnTo>
                    <a:pt x="65246" y="4181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1137846820" name="Такси" hidden="1"/>
          <p:cNvGrpSpPr>
            <a:grpSpLocks noChangeAspect="1"/>
          </p:cNvGrpSpPr>
          <p:nvPr userDrawn="1"/>
        </p:nvGrpSpPr>
        <p:grpSpPr bwMode="auto">
          <a:xfrm>
            <a:off x="1254294" y="6388794"/>
            <a:ext cx="559622" cy="319479"/>
            <a:chOff x="4975650" y="3912408"/>
            <a:chExt cx="700755" cy="400050"/>
          </a:xfrm>
          <a:solidFill>
            <a:srgbClr val="FFB301"/>
          </a:solidFill>
        </p:grpSpPr>
        <p:sp>
          <p:nvSpPr>
            <p:cNvPr id="260" name="Полилиния: фигура 259"/>
            <p:cNvSpPr/>
            <p:nvPr/>
          </p:nvSpPr>
          <p:spPr bwMode="auto">
            <a:xfrm>
              <a:off x="5394941" y="4045950"/>
              <a:ext cx="57150" cy="66675"/>
            </a:xfrm>
            <a:custGeom>
              <a:avLst/>
              <a:gdLst>
                <a:gd name="connsiteX0" fmla="*/ 23146 w 57150"/>
                <a:gd name="connsiteY0" fmla="*/ 14288 h 66675"/>
                <a:gd name="connsiteX1" fmla="*/ 0 w 57150"/>
                <a:gd name="connsiteY1" fmla="*/ 14288 h 66675"/>
                <a:gd name="connsiteX2" fmla="*/ 0 w 57150"/>
                <a:gd name="connsiteY2" fmla="*/ 0 h 66675"/>
                <a:gd name="connsiteX3" fmla="*/ 66294 w 57150"/>
                <a:gd name="connsiteY3" fmla="*/ 0 h 66675"/>
                <a:gd name="connsiteX4" fmla="*/ 61150 w 57150"/>
                <a:gd name="connsiteY4" fmla="*/ 14288 h 66675"/>
                <a:gd name="connsiteX5" fmla="*/ 39719 w 57150"/>
                <a:gd name="connsiteY5" fmla="*/ 14288 h 66675"/>
                <a:gd name="connsiteX6" fmla="*/ 39719 w 57150"/>
                <a:gd name="connsiteY6" fmla="*/ 74771 h 66675"/>
                <a:gd name="connsiteX7" fmla="*/ 23146 w 57150"/>
                <a:gd name="connsiteY7" fmla="*/ 74771 h 66675"/>
                <a:gd name="connsiteX8" fmla="*/ 23146 w 57150"/>
                <a:gd name="connsiteY8" fmla="*/ 14288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7150" h="66675" fill="norm" stroke="1" extrusionOk="0">
                  <a:moveTo>
                    <a:pt x="23146" y="14288"/>
                  </a:moveTo>
                  <a:lnTo>
                    <a:pt x="0" y="14288"/>
                  </a:lnTo>
                  <a:lnTo>
                    <a:pt x="0" y="0"/>
                  </a:lnTo>
                  <a:lnTo>
                    <a:pt x="66294" y="0"/>
                  </a:lnTo>
                  <a:lnTo>
                    <a:pt x="61150" y="14288"/>
                  </a:lnTo>
                  <a:lnTo>
                    <a:pt x="39719" y="14288"/>
                  </a:lnTo>
                  <a:lnTo>
                    <a:pt x="39719" y="74771"/>
                  </a:lnTo>
                  <a:lnTo>
                    <a:pt x="23146" y="74771"/>
                  </a:lnTo>
                  <a:lnTo>
                    <a:pt x="23146" y="1428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261" name="Полилиния: фигура 260"/>
            <p:cNvSpPr/>
            <p:nvPr/>
          </p:nvSpPr>
          <p:spPr bwMode="auto">
            <a:xfrm>
              <a:off x="5454852" y="4065380"/>
              <a:ext cx="47625" cy="47625"/>
            </a:xfrm>
            <a:custGeom>
              <a:avLst/>
              <a:gdLst>
                <a:gd name="connsiteX0" fmla="*/ 0 w 47625"/>
                <a:gd name="connsiteY0" fmla="*/ 38386 h 47625"/>
                <a:gd name="connsiteX1" fmla="*/ 23813 w 47625"/>
                <a:gd name="connsiteY1" fmla="*/ 20765 h 47625"/>
                <a:gd name="connsiteX2" fmla="*/ 32861 w 47625"/>
                <a:gd name="connsiteY2" fmla="*/ 21336 h 47625"/>
                <a:gd name="connsiteX3" fmla="*/ 32861 w 47625"/>
                <a:gd name="connsiteY3" fmla="*/ 20574 h 47625"/>
                <a:gd name="connsiteX4" fmla="*/ 24194 w 47625"/>
                <a:gd name="connsiteY4" fmla="*/ 13716 h 47625"/>
                <a:gd name="connsiteX5" fmla="*/ 11621 w 47625"/>
                <a:gd name="connsiteY5" fmla="*/ 17717 h 47625"/>
                <a:gd name="connsiteX6" fmla="*/ 2477 w 47625"/>
                <a:gd name="connsiteY6" fmla="*/ 8382 h 47625"/>
                <a:gd name="connsiteX7" fmla="*/ 24956 w 47625"/>
                <a:gd name="connsiteY7" fmla="*/ 0 h 47625"/>
                <a:gd name="connsiteX8" fmla="*/ 48578 w 47625"/>
                <a:gd name="connsiteY8" fmla="*/ 20955 h 47625"/>
                <a:gd name="connsiteX9" fmla="*/ 48578 w 47625"/>
                <a:gd name="connsiteY9" fmla="*/ 55245 h 47625"/>
                <a:gd name="connsiteX10" fmla="*/ 33147 w 47625"/>
                <a:gd name="connsiteY10" fmla="*/ 55245 h 47625"/>
                <a:gd name="connsiteX11" fmla="*/ 33147 w 47625"/>
                <a:gd name="connsiteY11" fmla="*/ 49816 h 47625"/>
                <a:gd name="connsiteX12" fmla="*/ 32957 w 47625"/>
                <a:gd name="connsiteY12" fmla="*/ 49816 h 47625"/>
                <a:gd name="connsiteX13" fmla="*/ 18383 w 47625"/>
                <a:gd name="connsiteY13" fmla="*/ 56579 h 47625"/>
                <a:gd name="connsiteX14" fmla="*/ 0 w 47625"/>
                <a:gd name="connsiteY14" fmla="*/ 38386 h 47625"/>
                <a:gd name="connsiteX15" fmla="*/ 32957 w 47625"/>
                <a:gd name="connsiteY15" fmla="*/ 34671 h 47625"/>
                <a:gd name="connsiteX16" fmla="*/ 32957 w 47625"/>
                <a:gd name="connsiteY16" fmla="*/ 32861 h 47625"/>
                <a:gd name="connsiteX17" fmla="*/ 26099 w 47625"/>
                <a:gd name="connsiteY17" fmla="*/ 32099 h 47625"/>
                <a:gd name="connsiteX18" fmla="*/ 15812 w 47625"/>
                <a:gd name="connsiteY18" fmla="*/ 38291 h 47625"/>
                <a:gd name="connsiteX19" fmla="*/ 23241 w 47625"/>
                <a:gd name="connsiteY19" fmla="*/ 44387 h 47625"/>
                <a:gd name="connsiteX20" fmla="*/ 32957 w 47625"/>
                <a:gd name="connsiteY20" fmla="*/ 34671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47625" h="47625" fill="norm" stroke="1" extrusionOk="0">
                  <a:moveTo>
                    <a:pt x="0" y="38386"/>
                  </a:moveTo>
                  <a:cubicBezTo>
                    <a:pt x="0" y="29813"/>
                    <a:pt x="7144" y="20765"/>
                    <a:pt x="23813" y="20765"/>
                  </a:cubicBezTo>
                  <a:cubicBezTo>
                    <a:pt x="26194" y="20765"/>
                    <a:pt x="30004" y="20860"/>
                    <a:pt x="32861" y="21336"/>
                  </a:cubicBezTo>
                  <a:lnTo>
                    <a:pt x="32861" y="20574"/>
                  </a:lnTo>
                  <a:cubicBezTo>
                    <a:pt x="32861" y="15526"/>
                    <a:pt x="28766" y="13716"/>
                    <a:pt x="24194" y="13716"/>
                  </a:cubicBezTo>
                  <a:cubicBezTo>
                    <a:pt x="20098" y="13716"/>
                    <a:pt x="15621" y="14954"/>
                    <a:pt x="11621" y="17717"/>
                  </a:cubicBezTo>
                  <a:lnTo>
                    <a:pt x="2477" y="8382"/>
                  </a:lnTo>
                  <a:cubicBezTo>
                    <a:pt x="8668" y="2572"/>
                    <a:pt x="17621" y="0"/>
                    <a:pt x="24956" y="0"/>
                  </a:cubicBezTo>
                  <a:cubicBezTo>
                    <a:pt x="39053" y="0"/>
                    <a:pt x="48578" y="8001"/>
                    <a:pt x="48578" y="20955"/>
                  </a:cubicBezTo>
                  <a:lnTo>
                    <a:pt x="48578" y="55245"/>
                  </a:lnTo>
                  <a:lnTo>
                    <a:pt x="33147" y="55245"/>
                  </a:lnTo>
                  <a:lnTo>
                    <a:pt x="33147" y="49816"/>
                  </a:lnTo>
                  <a:lnTo>
                    <a:pt x="32957" y="49816"/>
                  </a:lnTo>
                  <a:cubicBezTo>
                    <a:pt x="30194" y="54483"/>
                    <a:pt x="25146" y="56579"/>
                    <a:pt x="18383" y="56579"/>
                  </a:cubicBezTo>
                  <a:cubicBezTo>
                    <a:pt x="7811" y="56579"/>
                    <a:pt x="0" y="48768"/>
                    <a:pt x="0" y="38386"/>
                  </a:cubicBezTo>
                  <a:close/>
                  <a:moveTo>
                    <a:pt x="32957" y="34671"/>
                  </a:moveTo>
                  <a:lnTo>
                    <a:pt x="32957" y="32861"/>
                  </a:lnTo>
                  <a:cubicBezTo>
                    <a:pt x="30861" y="32480"/>
                    <a:pt x="28289" y="32099"/>
                    <a:pt x="26099" y="32099"/>
                  </a:cubicBezTo>
                  <a:cubicBezTo>
                    <a:pt x="18955" y="32099"/>
                    <a:pt x="15907" y="34671"/>
                    <a:pt x="15812" y="38291"/>
                  </a:cubicBezTo>
                  <a:cubicBezTo>
                    <a:pt x="15716" y="41910"/>
                    <a:pt x="18479" y="44482"/>
                    <a:pt x="23241" y="44387"/>
                  </a:cubicBezTo>
                  <a:cubicBezTo>
                    <a:pt x="27813" y="44291"/>
                    <a:pt x="32957" y="41529"/>
                    <a:pt x="32957" y="346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262" name="Полилиния: фигура 261"/>
            <p:cNvSpPr/>
            <p:nvPr/>
          </p:nvSpPr>
          <p:spPr bwMode="auto">
            <a:xfrm>
              <a:off x="5517527" y="4066714"/>
              <a:ext cx="47625" cy="47625"/>
            </a:xfrm>
            <a:custGeom>
              <a:avLst/>
              <a:gdLst>
                <a:gd name="connsiteX0" fmla="*/ 95 w 47625"/>
                <a:gd name="connsiteY0" fmla="*/ 0 h 47625"/>
                <a:gd name="connsiteX1" fmla="*/ 15716 w 47625"/>
                <a:gd name="connsiteY1" fmla="*/ 0 h 47625"/>
                <a:gd name="connsiteX2" fmla="*/ 15716 w 47625"/>
                <a:gd name="connsiteY2" fmla="*/ 20383 h 47625"/>
                <a:gd name="connsiteX3" fmla="*/ 18098 w 47625"/>
                <a:gd name="connsiteY3" fmla="*/ 20383 h 47625"/>
                <a:gd name="connsiteX4" fmla="*/ 30766 w 47625"/>
                <a:gd name="connsiteY4" fmla="*/ 0 h 47625"/>
                <a:gd name="connsiteX5" fmla="*/ 48578 w 47625"/>
                <a:gd name="connsiteY5" fmla="*/ 0 h 47625"/>
                <a:gd name="connsiteX6" fmla="*/ 31242 w 47625"/>
                <a:gd name="connsiteY6" fmla="*/ 26670 h 47625"/>
                <a:gd name="connsiteX7" fmla="*/ 50673 w 47625"/>
                <a:gd name="connsiteY7" fmla="*/ 53912 h 47625"/>
                <a:gd name="connsiteX8" fmla="*/ 31623 w 47625"/>
                <a:gd name="connsiteY8" fmla="*/ 53912 h 47625"/>
                <a:gd name="connsiteX9" fmla="*/ 17336 w 47625"/>
                <a:gd name="connsiteY9" fmla="*/ 33433 h 47625"/>
                <a:gd name="connsiteX10" fmla="*/ 15621 w 47625"/>
                <a:gd name="connsiteY10" fmla="*/ 33433 h 47625"/>
                <a:gd name="connsiteX11" fmla="*/ 15621 w 47625"/>
                <a:gd name="connsiteY11" fmla="*/ 53912 h 47625"/>
                <a:gd name="connsiteX12" fmla="*/ 0 w 47625"/>
                <a:gd name="connsiteY12" fmla="*/ 53912 h 47625"/>
                <a:gd name="connsiteX13" fmla="*/ 0 w 47625"/>
                <a:gd name="connsiteY13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625" h="47625" fill="norm" stroke="1" extrusionOk="0">
                  <a:moveTo>
                    <a:pt x="95" y="0"/>
                  </a:moveTo>
                  <a:lnTo>
                    <a:pt x="15716" y="0"/>
                  </a:lnTo>
                  <a:lnTo>
                    <a:pt x="15716" y="20383"/>
                  </a:lnTo>
                  <a:lnTo>
                    <a:pt x="18098" y="20383"/>
                  </a:lnTo>
                  <a:lnTo>
                    <a:pt x="30766" y="0"/>
                  </a:lnTo>
                  <a:lnTo>
                    <a:pt x="48578" y="0"/>
                  </a:lnTo>
                  <a:lnTo>
                    <a:pt x="31242" y="26670"/>
                  </a:lnTo>
                  <a:lnTo>
                    <a:pt x="50673" y="53912"/>
                  </a:lnTo>
                  <a:lnTo>
                    <a:pt x="31623" y="53912"/>
                  </a:lnTo>
                  <a:lnTo>
                    <a:pt x="17336" y="33433"/>
                  </a:lnTo>
                  <a:lnTo>
                    <a:pt x="15621" y="33433"/>
                  </a:lnTo>
                  <a:lnTo>
                    <a:pt x="15621" y="53912"/>
                  </a:lnTo>
                  <a:lnTo>
                    <a:pt x="0" y="53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263" name="Полилиния: фигура 262"/>
            <p:cNvSpPr/>
            <p:nvPr/>
          </p:nvSpPr>
          <p:spPr bwMode="auto">
            <a:xfrm>
              <a:off x="5572106" y="4065476"/>
              <a:ext cx="38100" cy="47625"/>
            </a:xfrm>
            <a:custGeom>
              <a:avLst/>
              <a:gdLst>
                <a:gd name="connsiteX0" fmla="*/ 0 w 38100"/>
                <a:gd name="connsiteY0" fmla="*/ 28099 h 47625"/>
                <a:gd name="connsiteX1" fmla="*/ 26670 w 38100"/>
                <a:gd name="connsiteY1" fmla="*/ 0 h 47625"/>
                <a:gd name="connsiteX2" fmla="*/ 47149 w 38100"/>
                <a:gd name="connsiteY2" fmla="*/ 7525 h 47625"/>
                <a:gd name="connsiteX3" fmla="*/ 37243 w 38100"/>
                <a:gd name="connsiteY3" fmla="*/ 17335 h 47625"/>
                <a:gd name="connsiteX4" fmla="*/ 27622 w 38100"/>
                <a:gd name="connsiteY4" fmla="*/ 13811 h 47625"/>
                <a:gd name="connsiteX5" fmla="*/ 16288 w 38100"/>
                <a:gd name="connsiteY5" fmla="*/ 28099 h 47625"/>
                <a:gd name="connsiteX6" fmla="*/ 27622 w 38100"/>
                <a:gd name="connsiteY6" fmla="*/ 42672 h 47625"/>
                <a:gd name="connsiteX7" fmla="*/ 37243 w 38100"/>
                <a:gd name="connsiteY7" fmla="*/ 39243 h 47625"/>
                <a:gd name="connsiteX8" fmla="*/ 47149 w 38100"/>
                <a:gd name="connsiteY8" fmla="*/ 49054 h 47625"/>
                <a:gd name="connsiteX9" fmla="*/ 26670 w 38100"/>
                <a:gd name="connsiteY9" fmla="*/ 56579 h 47625"/>
                <a:gd name="connsiteX10" fmla="*/ 0 w 38100"/>
                <a:gd name="connsiteY10" fmla="*/ 2809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100" h="47625" fill="norm" stroke="1" extrusionOk="0">
                  <a:moveTo>
                    <a:pt x="0" y="28099"/>
                  </a:moveTo>
                  <a:cubicBezTo>
                    <a:pt x="0" y="11621"/>
                    <a:pt x="10573" y="0"/>
                    <a:pt x="26670" y="0"/>
                  </a:cubicBezTo>
                  <a:cubicBezTo>
                    <a:pt x="33433" y="0"/>
                    <a:pt x="40957" y="1429"/>
                    <a:pt x="47149" y="7525"/>
                  </a:cubicBezTo>
                  <a:lnTo>
                    <a:pt x="37243" y="17335"/>
                  </a:lnTo>
                  <a:cubicBezTo>
                    <a:pt x="34766" y="14764"/>
                    <a:pt x="31337" y="13811"/>
                    <a:pt x="27622" y="13811"/>
                  </a:cubicBezTo>
                  <a:cubicBezTo>
                    <a:pt x="20574" y="13811"/>
                    <a:pt x="16288" y="19812"/>
                    <a:pt x="16288" y="28099"/>
                  </a:cubicBezTo>
                  <a:cubicBezTo>
                    <a:pt x="16288" y="36385"/>
                    <a:pt x="20574" y="42672"/>
                    <a:pt x="27622" y="42672"/>
                  </a:cubicBezTo>
                  <a:cubicBezTo>
                    <a:pt x="31337" y="42672"/>
                    <a:pt x="34766" y="41720"/>
                    <a:pt x="37243" y="39243"/>
                  </a:cubicBezTo>
                  <a:lnTo>
                    <a:pt x="47149" y="49054"/>
                  </a:lnTo>
                  <a:cubicBezTo>
                    <a:pt x="40957" y="55150"/>
                    <a:pt x="33338" y="56579"/>
                    <a:pt x="26670" y="56579"/>
                  </a:cubicBezTo>
                  <a:cubicBezTo>
                    <a:pt x="10573" y="56483"/>
                    <a:pt x="0" y="44863"/>
                    <a:pt x="0" y="2809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264" name="Полилиния: фигура 263"/>
            <p:cNvSpPr/>
            <p:nvPr/>
          </p:nvSpPr>
          <p:spPr bwMode="auto">
            <a:xfrm>
              <a:off x="5628780" y="4066714"/>
              <a:ext cx="47625" cy="47625"/>
            </a:xfrm>
            <a:custGeom>
              <a:avLst/>
              <a:gdLst>
                <a:gd name="connsiteX0" fmla="*/ 0 w 47625"/>
                <a:gd name="connsiteY0" fmla="*/ 0 h 47625"/>
                <a:gd name="connsiteX1" fmla="*/ 15621 w 47625"/>
                <a:gd name="connsiteY1" fmla="*/ 0 h 47625"/>
                <a:gd name="connsiteX2" fmla="*/ 15621 w 47625"/>
                <a:gd name="connsiteY2" fmla="*/ 30480 h 47625"/>
                <a:gd name="connsiteX3" fmla="*/ 15812 w 47625"/>
                <a:gd name="connsiteY3" fmla="*/ 30480 h 47625"/>
                <a:gd name="connsiteX4" fmla="*/ 36481 w 47625"/>
                <a:gd name="connsiteY4" fmla="*/ 0 h 47625"/>
                <a:gd name="connsiteX5" fmla="*/ 49911 w 47625"/>
                <a:gd name="connsiteY5" fmla="*/ 0 h 47625"/>
                <a:gd name="connsiteX6" fmla="*/ 49911 w 47625"/>
                <a:gd name="connsiteY6" fmla="*/ 53912 h 47625"/>
                <a:gd name="connsiteX7" fmla="*/ 34290 w 47625"/>
                <a:gd name="connsiteY7" fmla="*/ 53912 h 47625"/>
                <a:gd name="connsiteX8" fmla="*/ 34290 w 47625"/>
                <a:gd name="connsiteY8" fmla="*/ 23431 h 47625"/>
                <a:gd name="connsiteX9" fmla="*/ 34100 w 47625"/>
                <a:gd name="connsiteY9" fmla="*/ 23431 h 47625"/>
                <a:gd name="connsiteX10" fmla="*/ 13621 w 47625"/>
                <a:gd name="connsiteY10" fmla="*/ 53912 h 47625"/>
                <a:gd name="connsiteX11" fmla="*/ 95 w 47625"/>
                <a:gd name="connsiteY11" fmla="*/ 53912 h 47625"/>
                <a:gd name="connsiteX12" fmla="*/ 95 w 47625"/>
                <a:gd name="connsiteY12" fmla="*/ 0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47625" fill="norm" stroke="1" extrusionOk="0">
                  <a:moveTo>
                    <a:pt x="0" y="0"/>
                  </a:moveTo>
                  <a:lnTo>
                    <a:pt x="15621" y="0"/>
                  </a:lnTo>
                  <a:lnTo>
                    <a:pt x="15621" y="30480"/>
                  </a:lnTo>
                  <a:lnTo>
                    <a:pt x="15812" y="30480"/>
                  </a:lnTo>
                  <a:lnTo>
                    <a:pt x="36481" y="0"/>
                  </a:lnTo>
                  <a:lnTo>
                    <a:pt x="49911" y="0"/>
                  </a:lnTo>
                  <a:lnTo>
                    <a:pt x="49911" y="53912"/>
                  </a:lnTo>
                  <a:lnTo>
                    <a:pt x="34290" y="53912"/>
                  </a:lnTo>
                  <a:lnTo>
                    <a:pt x="34290" y="23431"/>
                  </a:lnTo>
                  <a:lnTo>
                    <a:pt x="34100" y="23431"/>
                  </a:lnTo>
                  <a:lnTo>
                    <a:pt x="13621" y="53912"/>
                  </a:lnTo>
                  <a:lnTo>
                    <a:pt x="95" y="53912"/>
                  </a:lnTo>
                  <a:lnTo>
                    <a:pt x="95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265" name="Полилиния: фигура 264"/>
            <p:cNvSpPr/>
            <p:nvPr/>
          </p:nvSpPr>
          <p:spPr bwMode="auto">
            <a:xfrm>
              <a:off x="4975650" y="3912408"/>
              <a:ext cx="323850" cy="400050"/>
            </a:xfrm>
            <a:custGeom>
              <a:avLst/>
              <a:gdLst>
                <a:gd name="connsiteX0" fmla="*/ 0 w 323850"/>
                <a:gd name="connsiteY0" fmla="*/ 166116 h 400050"/>
                <a:gd name="connsiteX1" fmla="*/ 48482 w 323850"/>
                <a:gd name="connsiteY1" fmla="*/ 283369 h 400050"/>
                <a:gd name="connsiteX2" fmla="*/ 58198 w 323850"/>
                <a:gd name="connsiteY2" fmla="*/ 287369 h 400050"/>
                <a:gd name="connsiteX3" fmla="*/ 71723 w 323850"/>
                <a:gd name="connsiteY3" fmla="*/ 273844 h 400050"/>
                <a:gd name="connsiteX4" fmla="*/ 67628 w 323850"/>
                <a:gd name="connsiteY4" fmla="*/ 264033 h 400050"/>
                <a:gd name="connsiteX5" fmla="*/ 27051 w 323850"/>
                <a:gd name="connsiteY5" fmla="*/ 166021 h 400050"/>
                <a:gd name="connsiteX6" fmla="*/ 166116 w 323850"/>
                <a:gd name="connsiteY6" fmla="*/ 26956 h 400050"/>
                <a:gd name="connsiteX7" fmla="*/ 305181 w 323850"/>
                <a:gd name="connsiteY7" fmla="*/ 166021 h 400050"/>
                <a:gd name="connsiteX8" fmla="*/ 264414 w 323850"/>
                <a:gd name="connsiteY8" fmla="*/ 264319 h 400050"/>
                <a:gd name="connsiteX9" fmla="*/ 146971 w 323850"/>
                <a:gd name="connsiteY9" fmla="*/ 381762 h 400050"/>
                <a:gd name="connsiteX10" fmla="*/ 166116 w 323850"/>
                <a:gd name="connsiteY10" fmla="*/ 400907 h 400050"/>
                <a:gd name="connsiteX11" fmla="*/ 283655 w 323850"/>
                <a:gd name="connsiteY11" fmla="*/ 283369 h 400050"/>
                <a:gd name="connsiteX12" fmla="*/ 332232 w 323850"/>
                <a:gd name="connsiteY12" fmla="*/ 166021 h 400050"/>
                <a:gd name="connsiteX13" fmla="*/ 166116 w 323850"/>
                <a:gd name="connsiteY13" fmla="*/ 0 h 400050"/>
                <a:gd name="connsiteX14" fmla="*/ 0 w 323850"/>
                <a:gd name="connsiteY14" fmla="*/ 166116 h 400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23850" h="400050" fill="norm" stroke="1" extrusionOk="0">
                  <a:moveTo>
                    <a:pt x="0" y="166116"/>
                  </a:moveTo>
                  <a:cubicBezTo>
                    <a:pt x="0" y="211931"/>
                    <a:pt x="18574" y="253460"/>
                    <a:pt x="48482" y="283369"/>
                  </a:cubicBezTo>
                  <a:cubicBezTo>
                    <a:pt x="51054" y="285941"/>
                    <a:pt x="54388" y="287369"/>
                    <a:pt x="58198" y="287369"/>
                  </a:cubicBezTo>
                  <a:cubicBezTo>
                    <a:pt x="65627" y="287369"/>
                    <a:pt x="71723" y="281369"/>
                    <a:pt x="71723" y="273844"/>
                  </a:cubicBezTo>
                  <a:cubicBezTo>
                    <a:pt x="71723" y="270034"/>
                    <a:pt x="70104" y="266605"/>
                    <a:pt x="67628" y="264033"/>
                  </a:cubicBezTo>
                  <a:cubicBezTo>
                    <a:pt x="42672" y="239078"/>
                    <a:pt x="27051" y="204216"/>
                    <a:pt x="27051" y="166021"/>
                  </a:cubicBezTo>
                  <a:cubicBezTo>
                    <a:pt x="27051" y="89345"/>
                    <a:pt x="89440" y="26956"/>
                    <a:pt x="166116" y="26956"/>
                  </a:cubicBezTo>
                  <a:cubicBezTo>
                    <a:pt x="242792" y="26956"/>
                    <a:pt x="305181" y="89345"/>
                    <a:pt x="305181" y="166021"/>
                  </a:cubicBezTo>
                  <a:cubicBezTo>
                    <a:pt x="305181" y="204406"/>
                    <a:pt x="289560" y="239173"/>
                    <a:pt x="264414" y="264319"/>
                  </a:cubicBezTo>
                  <a:lnTo>
                    <a:pt x="146971" y="381762"/>
                  </a:lnTo>
                  <a:lnTo>
                    <a:pt x="166116" y="400907"/>
                  </a:lnTo>
                  <a:lnTo>
                    <a:pt x="283655" y="283369"/>
                  </a:lnTo>
                  <a:cubicBezTo>
                    <a:pt x="313658" y="253365"/>
                    <a:pt x="332232" y="211836"/>
                    <a:pt x="332232" y="166021"/>
                  </a:cubicBezTo>
                  <a:cubicBezTo>
                    <a:pt x="332137" y="74390"/>
                    <a:pt x="257842" y="0"/>
                    <a:pt x="166116" y="0"/>
                  </a:cubicBezTo>
                  <a:cubicBezTo>
                    <a:pt x="74390" y="0"/>
                    <a:pt x="0" y="74390"/>
                    <a:pt x="0" y="16611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266" name="Полилиния: фигура 265"/>
            <p:cNvSpPr/>
            <p:nvPr/>
          </p:nvSpPr>
          <p:spPr bwMode="auto">
            <a:xfrm>
              <a:off x="5088712" y="3993372"/>
              <a:ext cx="104775" cy="104775"/>
            </a:xfrm>
            <a:custGeom>
              <a:avLst/>
              <a:gdLst>
                <a:gd name="connsiteX0" fmla="*/ 73152 w 104775"/>
                <a:gd name="connsiteY0" fmla="*/ 8477 h 104775"/>
                <a:gd name="connsiteX1" fmla="*/ 98393 w 104775"/>
                <a:gd name="connsiteY1" fmla="*/ 41624 h 104775"/>
                <a:gd name="connsiteX2" fmla="*/ 105727 w 104775"/>
                <a:gd name="connsiteY2" fmla="*/ 41529 h 104775"/>
                <a:gd name="connsiteX3" fmla="*/ 103060 w 104775"/>
                <a:gd name="connsiteY3" fmla="*/ 0 h 104775"/>
                <a:gd name="connsiteX4" fmla="*/ 52864 w 104775"/>
                <a:gd name="connsiteY4" fmla="*/ 0 h 104775"/>
                <a:gd name="connsiteX5" fmla="*/ 2667 w 104775"/>
                <a:gd name="connsiteY5" fmla="*/ 0 h 104775"/>
                <a:gd name="connsiteX6" fmla="*/ 0 w 104775"/>
                <a:gd name="connsiteY6" fmla="*/ 41529 h 104775"/>
                <a:gd name="connsiteX7" fmla="*/ 7334 w 104775"/>
                <a:gd name="connsiteY7" fmla="*/ 41624 h 104775"/>
                <a:gd name="connsiteX8" fmla="*/ 32575 w 104775"/>
                <a:gd name="connsiteY8" fmla="*/ 8477 h 104775"/>
                <a:gd name="connsiteX9" fmla="*/ 38576 w 104775"/>
                <a:gd name="connsiteY9" fmla="*/ 12668 h 104775"/>
                <a:gd name="connsiteX10" fmla="*/ 38576 w 104775"/>
                <a:gd name="connsiteY10" fmla="*/ 96679 h 104775"/>
                <a:gd name="connsiteX11" fmla="*/ 34480 w 104775"/>
                <a:gd name="connsiteY11" fmla="*/ 103442 h 104775"/>
                <a:gd name="connsiteX12" fmla="*/ 22288 w 104775"/>
                <a:gd name="connsiteY12" fmla="*/ 103442 h 104775"/>
                <a:gd name="connsiteX13" fmla="*/ 22288 w 104775"/>
                <a:gd name="connsiteY13" fmla="*/ 112967 h 104775"/>
                <a:gd name="connsiteX14" fmla="*/ 52959 w 104775"/>
                <a:gd name="connsiteY14" fmla="*/ 112967 h 104775"/>
                <a:gd name="connsiteX15" fmla="*/ 83629 w 104775"/>
                <a:gd name="connsiteY15" fmla="*/ 112967 h 104775"/>
                <a:gd name="connsiteX16" fmla="*/ 83629 w 104775"/>
                <a:gd name="connsiteY16" fmla="*/ 103442 h 104775"/>
                <a:gd name="connsiteX17" fmla="*/ 71438 w 104775"/>
                <a:gd name="connsiteY17" fmla="*/ 103442 h 104775"/>
                <a:gd name="connsiteX18" fmla="*/ 67342 w 104775"/>
                <a:gd name="connsiteY18" fmla="*/ 96679 h 104775"/>
                <a:gd name="connsiteX19" fmla="*/ 67342 w 104775"/>
                <a:gd name="connsiteY19" fmla="*/ 12668 h 104775"/>
                <a:gd name="connsiteX20" fmla="*/ 73152 w 104775"/>
                <a:gd name="connsiteY20" fmla="*/ 8477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4775" h="104775" fill="norm" stroke="1" extrusionOk="0">
                  <a:moveTo>
                    <a:pt x="73152" y="8477"/>
                  </a:moveTo>
                  <a:cubicBezTo>
                    <a:pt x="78581" y="8477"/>
                    <a:pt x="98393" y="17240"/>
                    <a:pt x="98393" y="41624"/>
                  </a:cubicBezTo>
                  <a:lnTo>
                    <a:pt x="105727" y="41529"/>
                  </a:lnTo>
                  <a:lnTo>
                    <a:pt x="103060" y="0"/>
                  </a:lnTo>
                  <a:lnTo>
                    <a:pt x="52864" y="0"/>
                  </a:lnTo>
                  <a:lnTo>
                    <a:pt x="2667" y="0"/>
                  </a:lnTo>
                  <a:lnTo>
                    <a:pt x="0" y="41529"/>
                  </a:lnTo>
                  <a:lnTo>
                    <a:pt x="7334" y="41624"/>
                  </a:lnTo>
                  <a:cubicBezTo>
                    <a:pt x="7334" y="17240"/>
                    <a:pt x="27146" y="8477"/>
                    <a:pt x="32575" y="8477"/>
                  </a:cubicBezTo>
                  <a:cubicBezTo>
                    <a:pt x="38005" y="8477"/>
                    <a:pt x="38576" y="12668"/>
                    <a:pt x="38576" y="12668"/>
                  </a:cubicBezTo>
                  <a:lnTo>
                    <a:pt x="38576" y="96679"/>
                  </a:lnTo>
                  <a:cubicBezTo>
                    <a:pt x="38576" y="103823"/>
                    <a:pt x="34480" y="103442"/>
                    <a:pt x="34480" y="103442"/>
                  </a:cubicBezTo>
                  <a:lnTo>
                    <a:pt x="22288" y="103442"/>
                  </a:lnTo>
                  <a:lnTo>
                    <a:pt x="22288" y="112967"/>
                  </a:lnTo>
                  <a:lnTo>
                    <a:pt x="52959" y="112967"/>
                  </a:lnTo>
                  <a:lnTo>
                    <a:pt x="83629" y="112967"/>
                  </a:lnTo>
                  <a:lnTo>
                    <a:pt x="83629" y="103442"/>
                  </a:lnTo>
                  <a:lnTo>
                    <a:pt x="71438" y="103442"/>
                  </a:lnTo>
                  <a:cubicBezTo>
                    <a:pt x="71438" y="103442"/>
                    <a:pt x="67342" y="103823"/>
                    <a:pt x="67342" y="96679"/>
                  </a:cubicBezTo>
                  <a:lnTo>
                    <a:pt x="67342" y="12668"/>
                  </a:lnTo>
                  <a:cubicBezTo>
                    <a:pt x="67151" y="12668"/>
                    <a:pt x="67723" y="8477"/>
                    <a:pt x="73152" y="8477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267" name="Полилиния: фигура 266"/>
            <p:cNvSpPr/>
            <p:nvPr/>
          </p:nvSpPr>
          <p:spPr bwMode="auto">
            <a:xfrm>
              <a:off x="5085759" y="4125197"/>
              <a:ext cx="104775" cy="38100"/>
            </a:xfrm>
            <a:custGeom>
              <a:avLst/>
              <a:gdLst>
                <a:gd name="connsiteX0" fmla="*/ 44577 w 104775"/>
                <a:gd name="connsiteY0" fmla="*/ 44577 h 38100"/>
                <a:gd name="connsiteX1" fmla="*/ 66866 w 104775"/>
                <a:gd name="connsiteY1" fmla="*/ 44577 h 38100"/>
                <a:gd name="connsiteX2" fmla="*/ 66866 w 104775"/>
                <a:gd name="connsiteY2" fmla="*/ 22289 h 38100"/>
                <a:gd name="connsiteX3" fmla="*/ 89059 w 104775"/>
                <a:gd name="connsiteY3" fmla="*/ 22289 h 38100"/>
                <a:gd name="connsiteX4" fmla="*/ 89059 w 104775"/>
                <a:gd name="connsiteY4" fmla="*/ 44577 h 38100"/>
                <a:gd name="connsiteX5" fmla="*/ 111347 w 104775"/>
                <a:gd name="connsiteY5" fmla="*/ 44577 h 38100"/>
                <a:gd name="connsiteX6" fmla="*/ 111347 w 104775"/>
                <a:gd name="connsiteY6" fmla="*/ 22289 h 38100"/>
                <a:gd name="connsiteX7" fmla="*/ 89059 w 104775"/>
                <a:gd name="connsiteY7" fmla="*/ 22289 h 38100"/>
                <a:gd name="connsiteX8" fmla="*/ 89059 w 104775"/>
                <a:gd name="connsiteY8" fmla="*/ 0 h 38100"/>
                <a:gd name="connsiteX9" fmla="*/ 66866 w 104775"/>
                <a:gd name="connsiteY9" fmla="*/ 0 h 38100"/>
                <a:gd name="connsiteX10" fmla="*/ 66866 w 104775"/>
                <a:gd name="connsiteY10" fmla="*/ 22289 h 38100"/>
                <a:gd name="connsiteX11" fmla="*/ 44577 w 104775"/>
                <a:gd name="connsiteY11" fmla="*/ 22289 h 38100"/>
                <a:gd name="connsiteX12" fmla="*/ 44577 w 104775"/>
                <a:gd name="connsiteY12" fmla="*/ 0 h 38100"/>
                <a:gd name="connsiteX13" fmla="*/ 22289 w 104775"/>
                <a:gd name="connsiteY13" fmla="*/ 0 h 38100"/>
                <a:gd name="connsiteX14" fmla="*/ 22289 w 104775"/>
                <a:gd name="connsiteY14" fmla="*/ 22289 h 38100"/>
                <a:gd name="connsiteX15" fmla="*/ 0 w 104775"/>
                <a:gd name="connsiteY15" fmla="*/ 22289 h 38100"/>
                <a:gd name="connsiteX16" fmla="*/ 0 w 104775"/>
                <a:gd name="connsiteY16" fmla="*/ 44577 h 38100"/>
                <a:gd name="connsiteX17" fmla="*/ 22289 w 104775"/>
                <a:gd name="connsiteY17" fmla="*/ 44577 h 38100"/>
                <a:gd name="connsiteX18" fmla="*/ 22289 w 104775"/>
                <a:gd name="connsiteY18" fmla="*/ 22289 h 38100"/>
                <a:gd name="connsiteX19" fmla="*/ 44577 w 104775"/>
                <a:gd name="connsiteY19" fmla="*/ 22289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04775" h="38100" fill="norm" stroke="1" extrusionOk="0">
                  <a:moveTo>
                    <a:pt x="44577" y="44577"/>
                  </a:moveTo>
                  <a:lnTo>
                    <a:pt x="66866" y="44577"/>
                  </a:lnTo>
                  <a:lnTo>
                    <a:pt x="66866" y="22289"/>
                  </a:lnTo>
                  <a:lnTo>
                    <a:pt x="89059" y="22289"/>
                  </a:lnTo>
                  <a:lnTo>
                    <a:pt x="89059" y="44577"/>
                  </a:lnTo>
                  <a:lnTo>
                    <a:pt x="111347" y="44577"/>
                  </a:lnTo>
                  <a:lnTo>
                    <a:pt x="111347" y="22289"/>
                  </a:lnTo>
                  <a:lnTo>
                    <a:pt x="89059" y="22289"/>
                  </a:lnTo>
                  <a:lnTo>
                    <a:pt x="89059" y="0"/>
                  </a:lnTo>
                  <a:lnTo>
                    <a:pt x="66866" y="0"/>
                  </a:lnTo>
                  <a:lnTo>
                    <a:pt x="66866" y="22289"/>
                  </a:lnTo>
                  <a:lnTo>
                    <a:pt x="44577" y="22289"/>
                  </a:lnTo>
                  <a:lnTo>
                    <a:pt x="44577" y="0"/>
                  </a:lnTo>
                  <a:lnTo>
                    <a:pt x="22289" y="0"/>
                  </a:lnTo>
                  <a:lnTo>
                    <a:pt x="22289" y="22289"/>
                  </a:lnTo>
                  <a:lnTo>
                    <a:pt x="0" y="22289"/>
                  </a:lnTo>
                  <a:lnTo>
                    <a:pt x="0" y="44577"/>
                  </a:lnTo>
                  <a:lnTo>
                    <a:pt x="22289" y="44577"/>
                  </a:lnTo>
                  <a:lnTo>
                    <a:pt x="22289" y="22289"/>
                  </a:lnTo>
                  <a:lnTo>
                    <a:pt x="44577" y="2228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1010680734" name="ОП" hidden="1"/>
          <p:cNvGrpSpPr>
            <a:grpSpLocks noChangeAspect="1"/>
          </p:cNvGrpSpPr>
          <p:nvPr userDrawn="1"/>
        </p:nvGrpSpPr>
        <p:grpSpPr bwMode="auto">
          <a:xfrm>
            <a:off x="1254294" y="6387626"/>
            <a:ext cx="857364" cy="321812"/>
            <a:chOff x="4874482" y="4752702"/>
            <a:chExt cx="1091184" cy="409575"/>
          </a:xfrm>
          <a:solidFill>
            <a:srgbClr val="E4000D"/>
          </a:solidFill>
        </p:grpSpPr>
        <p:sp>
          <p:nvSpPr>
            <p:cNvPr id="155" name="Полилиния: фигура 154"/>
            <p:cNvSpPr/>
            <p:nvPr/>
          </p:nvSpPr>
          <p:spPr bwMode="auto">
            <a:xfrm>
              <a:off x="5287772" y="4819472"/>
              <a:ext cx="85725" cy="85725"/>
            </a:xfrm>
            <a:custGeom>
              <a:avLst/>
              <a:gdLst>
                <a:gd name="connsiteX0" fmla="*/ 7144 w 85725"/>
                <a:gd name="connsiteY0" fmla="*/ 45815 h 85725"/>
                <a:gd name="connsiteX1" fmla="*/ 44196 w 85725"/>
                <a:gd name="connsiteY1" fmla="*/ 7144 h 85725"/>
                <a:gd name="connsiteX2" fmla="*/ 81344 w 85725"/>
                <a:gd name="connsiteY2" fmla="*/ 45815 h 85725"/>
                <a:gd name="connsiteX3" fmla="*/ 44196 w 85725"/>
                <a:gd name="connsiteY3" fmla="*/ 84487 h 85725"/>
                <a:gd name="connsiteX4" fmla="*/ 7144 w 85725"/>
                <a:gd name="connsiteY4" fmla="*/ 45815 h 85725"/>
                <a:gd name="connsiteX5" fmla="*/ 64199 w 85725"/>
                <a:gd name="connsiteY5" fmla="*/ 45815 h 85725"/>
                <a:gd name="connsiteX6" fmla="*/ 44196 w 85725"/>
                <a:gd name="connsiteY6" fmla="*/ 22289 h 85725"/>
                <a:gd name="connsiteX7" fmla="*/ 24384 w 85725"/>
                <a:gd name="connsiteY7" fmla="*/ 45815 h 85725"/>
                <a:gd name="connsiteX8" fmla="*/ 44196 w 85725"/>
                <a:gd name="connsiteY8" fmla="*/ 69342 h 85725"/>
                <a:gd name="connsiteX9" fmla="*/ 64199 w 85725"/>
                <a:gd name="connsiteY9" fmla="*/ 45815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5725" h="85725" fill="norm" stroke="1" extrusionOk="0">
                  <a:moveTo>
                    <a:pt x="7144" y="45815"/>
                  </a:moveTo>
                  <a:cubicBezTo>
                    <a:pt x="7144" y="23241"/>
                    <a:pt x="22955" y="7144"/>
                    <a:pt x="44196" y="7144"/>
                  </a:cubicBezTo>
                  <a:cubicBezTo>
                    <a:pt x="65627" y="7144"/>
                    <a:pt x="81344" y="23241"/>
                    <a:pt x="81344" y="45815"/>
                  </a:cubicBezTo>
                  <a:cubicBezTo>
                    <a:pt x="81344" y="68389"/>
                    <a:pt x="65627" y="84487"/>
                    <a:pt x="44196" y="84487"/>
                  </a:cubicBezTo>
                  <a:cubicBezTo>
                    <a:pt x="22955" y="84487"/>
                    <a:pt x="7144" y="68294"/>
                    <a:pt x="7144" y="45815"/>
                  </a:cubicBezTo>
                  <a:close/>
                  <a:moveTo>
                    <a:pt x="64199" y="45815"/>
                  </a:moveTo>
                  <a:cubicBezTo>
                    <a:pt x="64199" y="32480"/>
                    <a:pt x="56198" y="22289"/>
                    <a:pt x="44196" y="22289"/>
                  </a:cubicBezTo>
                  <a:cubicBezTo>
                    <a:pt x="32575" y="22289"/>
                    <a:pt x="24384" y="32480"/>
                    <a:pt x="24384" y="45815"/>
                  </a:cubicBezTo>
                  <a:cubicBezTo>
                    <a:pt x="24384" y="59150"/>
                    <a:pt x="32480" y="69342"/>
                    <a:pt x="44196" y="69342"/>
                  </a:cubicBezTo>
                  <a:cubicBezTo>
                    <a:pt x="56198" y="69247"/>
                    <a:pt x="64199" y="59150"/>
                    <a:pt x="64199" y="458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56" name="Полилиния: фигура 155"/>
            <p:cNvSpPr/>
            <p:nvPr/>
          </p:nvSpPr>
          <p:spPr bwMode="auto">
            <a:xfrm>
              <a:off x="5373688" y="4840237"/>
              <a:ext cx="66675" cy="85725"/>
            </a:xfrm>
            <a:custGeom>
              <a:avLst/>
              <a:gdLst>
                <a:gd name="connsiteX0" fmla="*/ 22765 w 66675"/>
                <a:gd name="connsiteY0" fmla="*/ 82201 h 85725"/>
                <a:gd name="connsiteX1" fmla="*/ 7144 w 66675"/>
                <a:gd name="connsiteY1" fmla="*/ 82201 h 85725"/>
                <a:gd name="connsiteX2" fmla="*/ 7144 w 66675"/>
                <a:gd name="connsiteY2" fmla="*/ 8477 h 85725"/>
                <a:gd name="connsiteX3" fmla="*/ 22765 w 66675"/>
                <a:gd name="connsiteY3" fmla="*/ 8477 h 85725"/>
                <a:gd name="connsiteX4" fmla="*/ 22765 w 66675"/>
                <a:gd name="connsiteY4" fmla="*/ 13811 h 85725"/>
                <a:gd name="connsiteX5" fmla="*/ 22955 w 66675"/>
                <a:gd name="connsiteY5" fmla="*/ 13811 h 85725"/>
                <a:gd name="connsiteX6" fmla="*/ 38100 w 66675"/>
                <a:gd name="connsiteY6" fmla="*/ 7144 h 85725"/>
                <a:gd name="connsiteX7" fmla="*/ 62770 w 66675"/>
                <a:gd name="connsiteY7" fmla="*/ 35243 h 85725"/>
                <a:gd name="connsiteX8" fmla="*/ 38100 w 66675"/>
                <a:gd name="connsiteY8" fmla="*/ 63627 h 85725"/>
                <a:gd name="connsiteX9" fmla="*/ 22955 w 66675"/>
                <a:gd name="connsiteY9" fmla="*/ 56960 h 85725"/>
                <a:gd name="connsiteX10" fmla="*/ 22765 w 66675"/>
                <a:gd name="connsiteY10" fmla="*/ 56960 h 85725"/>
                <a:gd name="connsiteX11" fmla="*/ 22765 w 66675"/>
                <a:gd name="connsiteY11" fmla="*/ 82201 h 85725"/>
                <a:gd name="connsiteX12" fmla="*/ 34385 w 66675"/>
                <a:gd name="connsiteY12" fmla="*/ 49625 h 85725"/>
                <a:gd name="connsiteX13" fmla="*/ 46577 w 66675"/>
                <a:gd name="connsiteY13" fmla="*/ 35243 h 85725"/>
                <a:gd name="connsiteX14" fmla="*/ 34385 w 66675"/>
                <a:gd name="connsiteY14" fmla="*/ 21145 h 85725"/>
                <a:gd name="connsiteX15" fmla="*/ 22098 w 66675"/>
                <a:gd name="connsiteY15" fmla="*/ 35243 h 85725"/>
                <a:gd name="connsiteX16" fmla="*/ 34385 w 66675"/>
                <a:gd name="connsiteY16" fmla="*/ 49625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6675" h="85725" fill="norm" stroke="1" extrusionOk="0">
                  <a:moveTo>
                    <a:pt x="22765" y="82201"/>
                  </a:moveTo>
                  <a:lnTo>
                    <a:pt x="7144" y="82201"/>
                  </a:lnTo>
                  <a:lnTo>
                    <a:pt x="7144" y="8477"/>
                  </a:lnTo>
                  <a:lnTo>
                    <a:pt x="22765" y="8477"/>
                  </a:lnTo>
                  <a:lnTo>
                    <a:pt x="22765" y="13811"/>
                  </a:lnTo>
                  <a:lnTo>
                    <a:pt x="22955" y="13811"/>
                  </a:lnTo>
                  <a:cubicBezTo>
                    <a:pt x="25337" y="10954"/>
                    <a:pt x="29908" y="7144"/>
                    <a:pt x="38100" y="7144"/>
                  </a:cubicBezTo>
                  <a:cubicBezTo>
                    <a:pt x="52197" y="7144"/>
                    <a:pt x="62770" y="18764"/>
                    <a:pt x="62770" y="35243"/>
                  </a:cubicBezTo>
                  <a:cubicBezTo>
                    <a:pt x="62770" y="51816"/>
                    <a:pt x="52197" y="63627"/>
                    <a:pt x="38100" y="63627"/>
                  </a:cubicBezTo>
                  <a:cubicBezTo>
                    <a:pt x="29908" y="63627"/>
                    <a:pt x="25241" y="59912"/>
                    <a:pt x="22955" y="56960"/>
                  </a:cubicBezTo>
                  <a:lnTo>
                    <a:pt x="22765" y="56960"/>
                  </a:lnTo>
                  <a:lnTo>
                    <a:pt x="22765" y="82201"/>
                  </a:lnTo>
                  <a:close/>
                  <a:moveTo>
                    <a:pt x="34385" y="49625"/>
                  </a:moveTo>
                  <a:cubicBezTo>
                    <a:pt x="41529" y="49625"/>
                    <a:pt x="46577" y="43529"/>
                    <a:pt x="46577" y="35243"/>
                  </a:cubicBezTo>
                  <a:cubicBezTo>
                    <a:pt x="46577" y="27337"/>
                    <a:pt x="41529" y="21145"/>
                    <a:pt x="34385" y="21145"/>
                  </a:cubicBezTo>
                  <a:cubicBezTo>
                    <a:pt x="27242" y="21145"/>
                    <a:pt x="22098" y="27337"/>
                    <a:pt x="22098" y="35243"/>
                  </a:cubicBezTo>
                  <a:cubicBezTo>
                    <a:pt x="22098" y="43529"/>
                    <a:pt x="27242" y="49625"/>
                    <a:pt x="34385" y="4962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57" name="Полилиния: фигура 156"/>
            <p:cNvSpPr/>
            <p:nvPr/>
          </p:nvSpPr>
          <p:spPr bwMode="auto">
            <a:xfrm>
              <a:off x="5440839" y="4841570"/>
              <a:ext cx="47625" cy="66675"/>
            </a:xfrm>
            <a:custGeom>
              <a:avLst/>
              <a:gdLst>
                <a:gd name="connsiteX0" fmla="*/ 7239 w 47625"/>
                <a:gd name="connsiteY0" fmla="*/ 7144 h 66675"/>
                <a:gd name="connsiteX1" fmla="*/ 45148 w 47625"/>
                <a:gd name="connsiteY1" fmla="*/ 7144 h 66675"/>
                <a:gd name="connsiteX2" fmla="*/ 40100 w 47625"/>
                <a:gd name="connsiteY2" fmla="*/ 20669 h 66675"/>
                <a:gd name="connsiteX3" fmla="*/ 22765 w 47625"/>
                <a:gd name="connsiteY3" fmla="*/ 20669 h 66675"/>
                <a:gd name="connsiteX4" fmla="*/ 22765 w 47625"/>
                <a:gd name="connsiteY4" fmla="*/ 61055 h 66675"/>
                <a:gd name="connsiteX5" fmla="*/ 7144 w 47625"/>
                <a:gd name="connsiteY5" fmla="*/ 61055 h 66675"/>
                <a:gd name="connsiteX6" fmla="*/ 7144 w 47625"/>
                <a:gd name="connsiteY6" fmla="*/ 714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7625" h="66675" fill="norm" stroke="1" extrusionOk="0">
                  <a:moveTo>
                    <a:pt x="7239" y="7144"/>
                  </a:moveTo>
                  <a:lnTo>
                    <a:pt x="45148" y="7144"/>
                  </a:lnTo>
                  <a:lnTo>
                    <a:pt x="40100" y="20669"/>
                  </a:lnTo>
                  <a:lnTo>
                    <a:pt x="22765" y="20669"/>
                  </a:lnTo>
                  <a:lnTo>
                    <a:pt x="22765" y="61055"/>
                  </a:lnTo>
                  <a:lnTo>
                    <a:pt x="7144" y="61055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58" name="Полилиния: фигура 157"/>
            <p:cNvSpPr/>
            <p:nvPr/>
          </p:nvSpPr>
          <p:spPr bwMode="auto">
            <a:xfrm>
              <a:off x="5481415" y="4840237"/>
              <a:ext cx="57150" cy="66675"/>
            </a:xfrm>
            <a:custGeom>
              <a:avLst/>
              <a:gdLst>
                <a:gd name="connsiteX0" fmla="*/ 7144 w 57150"/>
                <a:gd name="connsiteY0" fmla="*/ 45529 h 66675"/>
                <a:gd name="connsiteX1" fmla="*/ 30956 w 57150"/>
                <a:gd name="connsiteY1" fmla="*/ 27908 h 66675"/>
                <a:gd name="connsiteX2" fmla="*/ 40005 w 57150"/>
                <a:gd name="connsiteY2" fmla="*/ 28480 h 66675"/>
                <a:gd name="connsiteX3" fmla="*/ 40005 w 57150"/>
                <a:gd name="connsiteY3" fmla="*/ 27718 h 66675"/>
                <a:gd name="connsiteX4" fmla="*/ 31337 w 57150"/>
                <a:gd name="connsiteY4" fmla="*/ 20860 h 66675"/>
                <a:gd name="connsiteX5" fmla="*/ 18764 w 57150"/>
                <a:gd name="connsiteY5" fmla="*/ 24860 h 66675"/>
                <a:gd name="connsiteX6" fmla="*/ 9620 w 57150"/>
                <a:gd name="connsiteY6" fmla="*/ 15526 h 66675"/>
                <a:gd name="connsiteX7" fmla="*/ 32099 w 57150"/>
                <a:gd name="connsiteY7" fmla="*/ 7144 h 66675"/>
                <a:gd name="connsiteX8" fmla="*/ 55721 w 57150"/>
                <a:gd name="connsiteY8" fmla="*/ 28099 h 66675"/>
                <a:gd name="connsiteX9" fmla="*/ 55721 w 57150"/>
                <a:gd name="connsiteY9" fmla="*/ 62389 h 66675"/>
                <a:gd name="connsiteX10" fmla="*/ 40291 w 57150"/>
                <a:gd name="connsiteY10" fmla="*/ 62389 h 66675"/>
                <a:gd name="connsiteX11" fmla="*/ 40291 w 57150"/>
                <a:gd name="connsiteY11" fmla="*/ 56960 h 66675"/>
                <a:gd name="connsiteX12" fmla="*/ 40100 w 57150"/>
                <a:gd name="connsiteY12" fmla="*/ 56960 h 66675"/>
                <a:gd name="connsiteX13" fmla="*/ 25527 w 57150"/>
                <a:gd name="connsiteY13" fmla="*/ 63722 h 66675"/>
                <a:gd name="connsiteX14" fmla="*/ 7144 w 57150"/>
                <a:gd name="connsiteY14" fmla="*/ 45529 h 66675"/>
                <a:gd name="connsiteX15" fmla="*/ 40005 w 57150"/>
                <a:gd name="connsiteY15" fmla="*/ 41815 h 66675"/>
                <a:gd name="connsiteX16" fmla="*/ 40005 w 57150"/>
                <a:gd name="connsiteY16" fmla="*/ 40005 h 66675"/>
                <a:gd name="connsiteX17" fmla="*/ 33147 w 57150"/>
                <a:gd name="connsiteY17" fmla="*/ 39243 h 66675"/>
                <a:gd name="connsiteX18" fmla="*/ 22860 w 57150"/>
                <a:gd name="connsiteY18" fmla="*/ 45434 h 66675"/>
                <a:gd name="connsiteX19" fmla="*/ 30385 w 57150"/>
                <a:gd name="connsiteY19" fmla="*/ 51530 h 66675"/>
                <a:gd name="connsiteX20" fmla="*/ 40005 w 57150"/>
                <a:gd name="connsiteY20" fmla="*/ 41815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7150" h="66675" fill="norm" stroke="1" extrusionOk="0">
                  <a:moveTo>
                    <a:pt x="7144" y="45529"/>
                  </a:moveTo>
                  <a:cubicBezTo>
                    <a:pt x="7144" y="36957"/>
                    <a:pt x="14288" y="27908"/>
                    <a:pt x="30956" y="27908"/>
                  </a:cubicBezTo>
                  <a:cubicBezTo>
                    <a:pt x="33338" y="27908"/>
                    <a:pt x="37147" y="28003"/>
                    <a:pt x="40005" y="28480"/>
                  </a:cubicBezTo>
                  <a:lnTo>
                    <a:pt x="40005" y="27718"/>
                  </a:lnTo>
                  <a:cubicBezTo>
                    <a:pt x="40005" y="22670"/>
                    <a:pt x="35909" y="20860"/>
                    <a:pt x="31337" y="20860"/>
                  </a:cubicBezTo>
                  <a:cubicBezTo>
                    <a:pt x="27242" y="20860"/>
                    <a:pt x="22765" y="22098"/>
                    <a:pt x="18764" y="24860"/>
                  </a:cubicBezTo>
                  <a:lnTo>
                    <a:pt x="9620" y="15526"/>
                  </a:lnTo>
                  <a:cubicBezTo>
                    <a:pt x="15812" y="9715"/>
                    <a:pt x="24765" y="7144"/>
                    <a:pt x="32099" y="7144"/>
                  </a:cubicBezTo>
                  <a:cubicBezTo>
                    <a:pt x="46196" y="7144"/>
                    <a:pt x="55721" y="15145"/>
                    <a:pt x="55721" y="28099"/>
                  </a:cubicBezTo>
                  <a:lnTo>
                    <a:pt x="55721" y="62389"/>
                  </a:lnTo>
                  <a:lnTo>
                    <a:pt x="40291" y="62389"/>
                  </a:lnTo>
                  <a:lnTo>
                    <a:pt x="40291" y="56960"/>
                  </a:lnTo>
                  <a:lnTo>
                    <a:pt x="40100" y="56960"/>
                  </a:lnTo>
                  <a:cubicBezTo>
                    <a:pt x="37338" y="61627"/>
                    <a:pt x="32290" y="63722"/>
                    <a:pt x="25527" y="63722"/>
                  </a:cubicBezTo>
                  <a:cubicBezTo>
                    <a:pt x="14954" y="63722"/>
                    <a:pt x="7144" y="55912"/>
                    <a:pt x="7144" y="45529"/>
                  </a:cubicBezTo>
                  <a:close/>
                  <a:moveTo>
                    <a:pt x="40005" y="41815"/>
                  </a:moveTo>
                  <a:lnTo>
                    <a:pt x="40005" y="40005"/>
                  </a:lnTo>
                  <a:cubicBezTo>
                    <a:pt x="37909" y="39624"/>
                    <a:pt x="35338" y="39243"/>
                    <a:pt x="33147" y="39243"/>
                  </a:cubicBezTo>
                  <a:cubicBezTo>
                    <a:pt x="26003" y="39243"/>
                    <a:pt x="22955" y="41815"/>
                    <a:pt x="22860" y="45434"/>
                  </a:cubicBezTo>
                  <a:cubicBezTo>
                    <a:pt x="22765" y="49054"/>
                    <a:pt x="25527" y="51625"/>
                    <a:pt x="30385" y="51530"/>
                  </a:cubicBezTo>
                  <a:cubicBezTo>
                    <a:pt x="34862" y="51435"/>
                    <a:pt x="40005" y="48673"/>
                    <a:pt x="40005" y="418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59" name="Полилиния: фигура 158"/>
            <p:cNvSpPr/>
            <p:nvPr/>
          </p:nvSpPr>
          <p:spPr bwMode="auto">
            <a:xfrm>
              <a:off x="5544090" y="4841570"/>
              <a:ext cx="57150" cy="66675"/>
            </a:xfrm>
            <a:custGeom>
              <a:avLst/>
              <a:gdLst>
                <a:gd name="connsiteX0" fmla="*/ 7144 w 57150"/>
                <a:gd name="connsiteY0" fmla="*/ 7144 h 66675"/>
                <a:gd name="connsiteX1" fmla="*/ 22765 w 57150"/>
                <a:gd name="connsiteY1" fmla="*/ 7144 h 66675"/>
                <a:gd name="connsiteX2" fmla="*/ 22765 w 57150"/>
                <a:gd name="connsiteY2" fmla="*/ 27051 h 66675"/>
                <a:gd name="connsiteX3" fmla="*/ 40386 w 57150"/>
                <a:gd name="connsiteY3" fmla="*/ 27051 h 66675"/>
                <a:gd name="connsiteX4" fmla="*/ 40386 w 57150"/>
                <a:gd name="connsiteY4" fmla="*/ 7144 h 66675"/>
                <a:gd name="connsiteX5" fmla="*/ 56007 w 57150"/>
                <a:gd name="connsiteY5" fmla="*/ 7144 h 66675"/>
                <a:gd name="connsiteX6" fmla="*/ 56007 w 57150"/>
                <a:gd name="connsiteY6" fmla="*/ 61055 h 66675"/>
                <a:gd name="connsiteX7" fmla="*/ 40386 w 57150"/>
                <a:gd name="connsiteY7" fmla="*/ 61055 h 66675"/>
                <a:gd name="connsiteX8" fmla="*/ 40386 w 57150"/>
                <a:gd name="connsiteY8" fmla="*/ 40672 h 66675"/>
                <a:gd name="connsiteX9" fmla="*/ 22765 w 57150"/>
                <a:gd name="connsiteY9" fmla="*/ 40672 h 66675"/>
                <a:gd name="connsiteX10" fmla="*/ 22765 w 57150"/>
                <a:gd name="connsiteY10" fmla="*/ 61055 h 66675"/>
                <a:gd name="connsiteX11" fmla="*/ 7144 w 57150"/>
                <a:gd name="connsiteY11" fmla="*/ 61055 h 66675"/>
                <a:gd name="connsiteX12" fmla="*/ 7144 w 57150"/>
                <a:gd name="connsiteY12" fmla="*/ 714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7150" h="66675" fill="norm" stroke="1" extrusionOk="0">
                  <a:moveTo>
                    <a:pt x="7144" y="7144"/>
                  </a:moveTo>
                  <a:lnTo>
                    <a:pt x="22765" y="7144"/>
                  </a:lnTo>
                  <a:lnTo>
                    <a:pt x="22765" y="27051"/>
                  </a:lnTo>
                  <a:lnTo>
                    <a:pt x="40386" y="27051"/>
                  </a:lnTo>
                  <a:lnTo>
                    <a:pt x="40386" y="7144"/>
                  </a:lnTo>
                  <a:lnTo>
                    <a:pt x="56007" y="7144"/>
                  </a:lnTo>
                  <a:lnTo>
                    <a:pt x="56007" y="61055"/>
                  </a:lnTo>
                  <a:lnTo>
                    <a:pt x="40386" y="61055"/>
                  </a:lnTo>
                  <a:lnTo>
                    <a:pt x="40386" y="40672"/>
                  </a:lnTo>
                  <a:lnTo>
                    <a:pt x="22765" y="40672"/>
                  </a:lnTo>
                  <a:lnTo>
                    <a:pt x="22765" y="61055"/>
                  </a:lnTo>
                  <a:lnTo>
                    <a:pt x="7144" y="61055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0" name="Полилиния: фигура 159"/>
            <p:cNvSpPr/>
            <p:nvPr/>
          </p:nvSpPr>
          <p:spPr bwMode="auto">
            <a:xfrm>
              <a:off x="5607907" y="4841570"/>
              <a:ext cx="57150" cy="66675"/>
            </a:xfrm>
            <a:custGeom>
              <a:avLst/>
              <a:gdLst>
                <a:gd name="connsiteX0" fmla="*/ 7144 w 57150"/>
                <a:gd name="connsiteY0" fmla="*/ 7144 h 66675"/>
                <a:gd name="connsiteX1" fmla="*/ 22765 w 57150"/>
                <a:gd name="connsiteY1" fmla="*/ 7144 h 66675"/>
                <a:gd name="connsiteX2" fmla="*/ 22765 w 57150"/>
                <a:gd name="connsiteY2" fmla="*/ 37624 h 66675"/>
                <a:gd name="connsiteX3" fmla="*/ 22955 w 57150"/>
                <a:gd name="connsiteY3" fmla="*/ 37624 h 66675"/>
                <a:gd name="connsiteX4" fmla="*/ 43529 w 57150"/>
                <a:gd name="connsiteY4" fmla="*/ 7144 h 66675"/>
                <a:gd name="connsiteX5" fmla="*/ 56959 w 57150"/>
                <a:gd name="connsiteY5" fmla="*/ 7144 h 66675"/>
                <a:gd name="connsiteX6" fmla="*/ 56959 w 57150"/>
                <a:gd name="connsiteY6" fmla="*/ 61055 h 66675"/>
                <a:gd name="connsiteX7" fmla="*/ 41338 w 57150"/>
                <a:gd name="connsiteY7" fmla="*/ 61055 h 66675"/>
                <a:gd name="connsiteX8" fmla="*/ 41338 w 57150"/>
                <a:gd name="connsiteY8" fmla="*/ 30575 h 66675"/>
                <a:gd name="connsiteX9" fmla="*/ 41148 w 57150"/>
                <a:gd name="connsiteY9" fmla="*/ 30575 h 66675"/>
                <a:gd name="connsiteX10" fmla="*/ 20669 w 57150"/>
                <a:gd name="connsiteY10" fmla="*/ 61055 h 66675"/>
                <a:gd name="connsiteX11" fmla="*/ 7144 w 57150"/>
                <a:gd name="connsiteY11" fmla="*/ 61055 h 66675"/>
                <a:gd name="connsiteX12" fmla="*/ 7144 w 57150"/>
                <a:gd name="connsiteY12" fmla="*/ 714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7150" h="66675" fill="norm" stroke="1" extrusionOk="0">
                  <a:moveTo>
                    <a:pt x="7144" y="7144"/>
                  </a:moveTo>
                  <a:lnTo>
                    <a:pt x="22765" y="7144"/>
                  </a:lnTo>
                  <a:lnTo>
                    <a:pt x="22765" y="37624"/>
                  </a:lnTo>
                  <a:lnTo>
                    <a:pt x="22955" y="37624"/>
                  </a:lnTo>
                  <a:lnTo>
                    <a:pt x="43529" y="7144"/>
                  </a:lnTo>
                  <a:lnTo>
                    <a:pt x="56959" y="7144"/>
                  </a:lnTo>
                  <a:lnTo>
                    <a:pt x="56959" y="61055"/>
                  </a:lnTo>
                  <a:lnTo>
                    <a:pt x="41338" y="61055"/>
                  </a:lnTo>
                  <a:lnTo>
                    <a:pt x="41338" y="30575"/>
                  </a:lnTo>
                  <a:lnTo>
                    <a:pt x="41148" y="30575"/>
                  </a:lnTo>
                  <a:lnTo>
                    <a:pt x="20669" y="61055"/>
                  </a:lnTo>
                  <a:lnTo>
                    <a:pt x="7144" y="61055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1" name="Полилиния: фигура 160"/>
            <p:cNvSpPr/>
            <p:nvPr/>
          </p:nvSpPr>
          <p:spPr bwMode="auto">
            <a:xfrm>
              <a:off x="5666581" y="4840332"/>
              <a:ext cx="57150" cy="66675"/>
            </a:xfrm>
            <a:custGeom>
              <a:avLst/>
              <a:gdLst>
                <a:gd name="connsiteX0" fmla="*/ 7144 w 57150"/>
                <a:gd name="connsiteY0" fmla="*/ 56102 h 66675"/>
                <a:gd name="connsiteX1" fmla="*/ 17050 w 57150"/>
                <a:gd name="connsiteY1" fmla="*/ 46292 h 66675"/>
                <a:gd name="connsiteX2" fmla="*/ 31147 w 57150"/>
                <a:gd name="connsiteY2" fmla="*/ 50864 h 66675"/>
                <a:gd name="connsiteX3" fmla="*/ 40100 w 57150"/>
                <a:gd name="connsiteY3" fmla="*/ 46101 h 66675"/>
                <a:gd name="connsiteX4" fmla="*/ 29908 w 57150"/>
                <a:gd name="connsiteY4" fmla="*/ 41529 h 66675"/>
                <a:gd name="connsiteX5" fmla="*/ 23717 w 57150"/>
                <a:gd name="connsiteY5" fmla="*/ 41529 h 66675"/>
                <a:gd name="connsiteX6" fmla="*/ 23717 w 57150"/>
                <a:gd name="connsiteY6" fmla="*/ 29146 h 66675"/>
                <a:gd name="connsiteX7" fmla="*/ 30671 w 57150"/>
                <a:gd name="connsiteY7" fmla="*/ 29146 h 66675"/>
                <a:gd name="connsiteX8" fmla="*/ 39148 w 57150"/>
                <a:gd name="connsiteY8" fmla="*/ 24384 h 66675"/>
                <a:gd name="connsiteX9" fmla="*/ 32671 w 57150"/>
                <a:gd name="connsiteY9" fmla="*/ 20003 h 66675"/>
                <a:gd name="connsiteX10" fmla="*/ 18859 w 57150"/>
                <a:gd name="connsiteY10" fmla="*/ 23241 h 66675"/>
                <a:gd name="connsiteX11" fmla="*/ 9430 w 57150"/>
                <a:gd name="connsiteY11" fmla="*/ 13811 h 66675"/>
                <a:gd name="connsiteX12" fmla="*/ 32956 w 57150"/>
                <a:gd name="connsiteY12" fmla="*/ 7144 h 66675"/>
                <a:gd name="connsiteX13" fmla="*/ 54388 w 57150"/>
                <a:gd name="connsiteY13" fmla="*/ 23051 h 66675"/>
                <a:gd name="connsiteX14" fmla="*/ 47149 w 57150"/>
                <a:gd name="connsiteY14" fmla="*/ 34862 h 66675"/>
                <a:gd name="connsiteX15" fmla="*/ 47149 w 57150"/>
                <a:gd name="connsiteY15" fmla="*/ 35052 h 66675"/>
                <a:gd name="connsiteX16" fmla="*/ 56197 w 57150"/>
                <a:gd name="connsiteY16" fmla="*/ 46863 h 66675"/>
                <a:gd name="connsiteX17" fmla="*/ 31813 w 57150"/>
                <a:gd name="connsiteY17" fmla="*/ 63532 h 66675"/>
                <a:gd name="connsiteX18" fmla="*/ 7144 w 57150"/>
                <a:gd name="connsiteY18" fmla="*/ 56102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7150" h="66675" fill="norm" stroke="1" extrusionOk="0">
                  <a:moveTo>
                    <a:pt x="7144" y="56102"/>
                  </a:moveTo>
                  <a:lnTo>
                    <a:pt x="17050" y="46292"/>
                  </a:lnTo>
                  <a:cubicBezTo>
                    <a:pt x="20479" y="48959"/>
                    <a:pt x="28099" y="50864"/>
                    <a:pt x="31147" y="50864"/>
                  </a:cubicBezTo>
                  <a:cubicBezTo>
                    <a:pt x="35623" y="50864"/>
                    <a:pt x="40100" y="49816"/>
                    <a:pt x="40100" y="46101"/>
                  </a:cubicBezTo>
                  <a:cubicBezTo>
                    <a:pt x="40100" y="42767"/>
                    <a:pt x="37243" y="41529"/>
                    <a:pt x="29908" y="41529"/>
                  </a:cubicBezTo>
                  <a:lnTo>
                    <a:pt x="23717" y="41529"/>
                  </a:lnTo>
                  <a:lnTo>
                    <a:pt x="23717" y="29146"/>
                  </a:lnTo>
                  <a:lnTo>
                    <a:pt x="30671" y="29146"/>
                  </a:lnTo>
                  <a:cubicBezTo>
                    <a:pt x="37624" y="29146"/>
                    <a:pt x="39148" y="26480"/>
                    <a:pt x="39148" y="24384"/>
                  </a:cubicBezTo>
                  <a:cubicBezTo>
                    <a:pt x="39148" y="21050"/>
                    <a:pt x="36290" y="20003"/>
                    <a:pt x="32671" y="20003"/>
                  </a:cubicBezTo>
                  <a:cubicBezTo>
                    <a:pt x="27527" y="20003"/>
                    <a:pt x="20955" y="22289"/>
                    <a:pt x="18859" y="23241"/>
                  </a:cubicBezTo>
                  <a:lnTo>
                    <a:pt x="9430" y="13811"/>
                  </a:lnTo>
                  <a:cubicBezTo>
                    <a:pt x="16573" y="8858"/>
                    <a:pt x="26670" y="7144"/>
                    <a:pt x="32956" y="7144"/>
                  </a:cubicBezTo>
                  <a:cubicBezTo>
                    <a:pt x="45053" y="7144"/>
                    <a:pt x="54388" y="13621"/>
                    <a:pt x="54388" y="23051"/>
                  </a:cubicBezTo>
                  <a:cubicBezTo>
                    <a:pt x="54388" y="27622"/>
                    <a:pt x="51721" y="32099"/>
                    <a:pt x="47149" y="34862"/>
                  </a:cubicBezTo>
                  <a:lnTo>
                    <a:pt x="47149" y="35052"/>
                  </a:lnTo>
                  <a:cubicBezTo>
                    <a:pt x="52102" y="36862"/>
                    <a:pt x="56197" y="41434"/>
                    <a:pt x="56197" y="46863"/>
                  </a:cubicBezTo>
                  <a:cubicBezTo>
                    <a:pt x="56197" y="57721"/>
                    <a:pt x="45053" y="63532"/>
                    <a:pt x="31813" y="63532"/>
                  </a:cubicBezTo>
                  <a:cubicBezTo>
                    <a:pt x="21050" y="63627"/>
                    <a:pt x="13145" y="60293"/>
                    <a:pt x="7144" y="5610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2" name="Полилиния: фигура 161"/>
            <p:cNvSpPr/>
            <p:nvPr/>
          </p:nvSpPr>
          <p:spPr bwMode="auto">
            <a:xfrm>
              <a:off x="5723160" y="4840237"/>
              <a:ext cx="57150" cy="66675"/>
            </a:xfrm>
            <a:custGeom>
              <a:avLst/>
              <a:gdLst>
                <a:gd name="connsiteX0" fmla="*/ 7144 w 57150"/>
                <a:gd name="connsiteY0" fmla="*/ 45529 h 66675"/>
                <a:gd name="connsiteX1" fmla="*/ 30956 w 57150"/>
                <a:gd name="connsiteY1" fmla="*/ 27908 h 66675"/>
                <a:gd name="connsiteX2" fmla="*/ 40005 w 57150"/>
                <a:gd name="connsiteY2" fmla="*/ 28480 h 66675"/>
                <a:gd name="connsiteX3" fmla="*/ 40005 w 57150"/>
                <a:gd name="connsiteY3" fmla="*/ 27718 h 66675"/>
                <a:gd name="connsiteX4" fmla="*/ 31337 w 57150"/>
                <a:gd name="connsiteY4" fmla="*/ 20860 h 66675"/>
                <a:gd name="connsiteX5" fmla="*/ 18764 w 57150"/>
                <a:gd name="connsiteY5" fmla="*/ 24860 h 66675"/>
                <a:gd name="connsiteX6" fmla="*/ 9620 w 57150"/>
                <a:gd name="connsiteY6" fmla="*/ 15526 h 66675"/>
                <a:gd name="connsiteX7" fmla="*/ 32099 w 57150"/>
                <a:gd name="connsiteY7" fmla="*/ 7144 h 66675"/>
                <a:gd name="connsiteX8" fmla="*/ 55721 w 57150"/>
                <a:gd name="connsiteY8" fmla="*/ 28099 h 66675"/>
                <a:gd name="connsiteX9" fmla="*/ 55721 w 57150"/>
                <a:gd name="connsiteY9" fmla="*/ 62389 h 66675"/>
                <a:gd name="connsiteX10" fmla="*/ 40291 w 57150"/>
                <a:gd name="connsiteY10" fmla="*/ 62389 h 66675"/>
                <a:gd name="connsiteX11" fmla="*/ 40291 w 57150"/>
                <a:gd name="connsiteY11" fmla="*/ 56960 h 66675"/>
                <a:gd name="connsiteX12" fmla="*/ 40100 w 57150"/>
                <a:gd name="connsiteY12" fmla="*/ 56960 h 66675"/>
                <a:gd name="connsiteX13" fmla="*/ 25527 w 57150"/>
                <a:gd name="connsiteY13" fmla="*/ 63722 h 66675"/>
                <a:gd name="connsiteX14" fmla="*/ 7144 w 57150"/>
                <a:gd name="connsiteY14" fmla="*/ 45529 h 66675"/>
                <a:gd name="connsiteX15" fmla="*/ 40005 w 57150"/>
                <a:gd name="connsiteY15" fmla="*/ 41815 h 66675"/>
                <a:gd name="connsiteX16" fmla="*/ 40005 w 57150"/>
                <a:gd name="connsiteY16" fmla="*/ 40005 h 66675"/>
                <a:gd name="connsiteX17" fmla="*/ 33147 w 57150"/>
                <a:gd name="connsiteY17" fmla="*/ 39243 h 66675"/>
                <a:gd name="connsiteX18" fmla="*/ 22860 w 57150"/>
                <a:gd name="connsiteY18" fmla="*/ 45434 h 66675"/>
                <a:gd name="connsiteX19" fmla="*/ 30385 w 57150"/>
                <a:gd name="connsiteY19" fmla="*/ 51530 h 66675"/>
                <a:gd name="connsiteX20" fmla="*/ 40005 w 57150"/>
                <a:gd name="connsiteY20" fmla="*/ 41815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7150" h="66675" fill="norm" stroke="1" extrusionOk="0">
                  <a:moveTo>
                    <a:pt x="7144" y="45529"/>
                  </a:moveTo>
                  <a:cubicBezTo>
                    <a:pt x="7144" y="36957"/>
                    <a:pt x="14288" y="27908"/>
                    <a:pt x="30956" y="27908"/>
                  </a:cubicBezTo>
                  <a:cubicBezTo>
                    <a:pt x="33338" y="27908"/>
                    <a:pt x="37147" y="28003"/>
                    <a:pt x="40005" y="28480"/>
                  </a:cubicBezTo>
                  <a:lnTo>
                    <a:pt x="40005" y="27718"/>
                  </a:lnTo>
                  <a:cubicBezTo>
                    <a:pt x="40005" y="22670"/>
                    <a:pt x="35909" y="20860"/>
                    <a:pt x="31337" y="20860"/>
                  </a:cubicBezTo>
                  <a:cubicBezTo>
                    <a:pt x="27242" y="20860"/>
                    <a:pt x="22765" y="22098"/>
                    <a:pt x="18764" y="24860"/>
                  </a:cubicBezTo>
                  <a:lnTo>
                    <a:pt x="9620" y="15526"/>
                  </a:lnTo>
                  <a:cubicBezTo>
                    <a:pt x="15811" y="9715"/>
                    <a:pt x="24765" y="7144"/>
                    <a:pt x="32099" y="7144"/>
                  </a:cubicBezTo>
                  <a:cubicBezTo>
                    <a:pt x="46196" y="7144"/>
                    <a:pt x="55721" y="15145"/>
                    <a:pt x="55721" y="28099"/>
                  </a:cubicBezTo>
                  <a:lnTo>
                    <a:pt x="55721" y="62389"/>
                  </a:lnTo>
                  <a:lnTo>
                    <a:pt x="40291" y="62389"/>
                  </a:lnTo>
                  <a:lnTo>
                    <a:pt x="40291" y="56960"/>
                  </a:lnTo>
                  <a:lnTo>
                    <a:pt x="40100" y="56960"/>
                  </a:lnTo>
                  <a:cubicBezTo>
                    <a:pt x="37338" y="61627"/>
                    <a:pt x="32290" y="63722"/>
                    <a:pt x="25527" y="63722"/>
                  </a:cubicBezTo>
                  <a:cubicBezTo>
                    <a:pt x="14954" y="63722"/>
                    <a:pt x="7144" y="55912"/>
                    <a:pt x="7144" y="45529"/>
                  </a:cubicBezTo>
                  <a:close/>
                  <a:moveTo>
                    <a:pt x="40005" y="41815"/>
                  </a:moveTo>
                  <a:lnTo>
                    <a:pt x="40005" y="40005"/>
                  </a:lnTo>
                  <a:cubicBezTo>
                    <a:pt x="37909" y="39624"/>
                    <a:pt x="35338" y="39243"/>
                    <a:pt x="33147" y="39243"/>
                  </a:cubicBezTo>
                  <a:cubicBezTo>
                    <a:pt x="26003" y="39243"/>
                    <a:pt x="22955" y="41815"/>
                    <a:pt x="22860" y="45434"/>
                  </a:cubicBezTo>
                  <a:cubicBezTo>
                    <a:pt x="22765" y="49054"/>
                    <a:pt x="25527" y="51625"/>
                    <a:pt x="30385" y="51530"/>
                  </a:cubicBezTo>
                  <a:cubicBezTo>
                    <a:pt x="34861" y="51435"/>
                    <a:pt x="40005" y="48673"/>
                    <a:pt x="40005" y="418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3" name="Полилиния: фигура 162"/>
            <p:cNvSpPr/>
            <p:nvPr/>
          </p:nvSpPr>
          <p:spPr bwMode="auto">
            <a:xfrm>
              <a:off x="5779929" y="4841570"/>
              <a:ext cx="57150" cy="66675"/>
            </a:xfrm>
            <a:custGeom>
              <a:avLst/>
              <a:gdLst>
                <a:gd name="connsiteX0" fmla="*/ 22955 w 57150"/>
                <a:gd name="connsiteY0" fmla="*/ 20669 h 66675"/>
                <a:gd name="connsiteX1" fmla="*/ 7144 w 57150"/>
                <a:gd name="connsiteY1" fmla="*/ 20669 h 66675"/>
                <a:gd name="connsiteX2" fmla="*/ 7144 w 57150"/>
                <a:gd name="connsiteY2" fmla="*/ 7144 h 66675"/>
                <a:gd name="connsiteX3" fmla="*/ 55626 w 57150"/>
                <a:gd name="connsiteY3" fmla="*/ 7144 h 66675"/>
                <a:gd name="connsiteX4" fmla="*/ 50578 w 57150"/>
                <a:gd name="connsiteY4" fmla="*/ 20669 h 66675"/>
                <a:gd name="connsiteX5" fmla="*/ 38481 w 57150"/>
                <a:gd name="connsiteY5" fmla="*/ 20669 h 66675"/>
                <a:gd name="connsiteX6" fmla="*/ 38481 w 57150"/>
                <a:gd name="connsiteY6" fmla="*/ 61055 h 66675"/>
                <a:gd name="connsiteX7" fmla="*/ 22955 w 57150"/>
                <a:gd name="connsiteY7" fmla="*/ 61055 h 66675"/>
                <a:gd name="connsiteX8" fmla="*/ 22955 w 57150"/>
                <a:gd name="connsiteY8" fmla="*/ 20669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7150" h="66675" fill="norm" stroke="1" extrusionOk="0">
                  <a:moveTo>
                    <a:pt x="22955" y="20669"/>
                  </a:moveTo>
                  <a:lnTo>
                    <a:pt x="7144" y="20669"/>
                  </a:lnTo>
                  <a:lnTo>
                    <a:pt x="7144" y="7144"/>
                  </a:lnTo>
                  <a:lnTo>
                    <a:pt x="55626" y="7144"/>
                  </a:lnTo>
                  <a:lnTo>
                    <a:pt x="50578" y="20669"/>
                  </a:lnTo>
                  <a:lnTo>
                    <a:pt x="38481" y="20669"/>
                  </a:lnTo>
                  <a:lnTo>
                    <a:pt x="38481" y="61055"/>
                  </a:lnTo>
                  <a:lnTo>
                    <a:pt x="22955" y="61055"/>
                  </a:lnTo>
                  <a:lnTo>
                    <a:pt x="22955" y="2066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4" name="Полилиния: фигура 163"/>
            <p:cNvSpPr/>
            <p:nvPr/>
          </p:nvSpPr>
          <p:spPr bwMode="auto">
            <a:xfrm>
              <a:off x="5832316" y="4840237"/>
              <a:ext cx="66675" cy="66675"/>
            </a:xfrm>
            <a:custGeom>
              <a:avLst/>
              <a:gdLst>
                <a:gd name="connsiteX0" fmla="*/ 7144 w 66675"/>
                <a:gd name="connsiteY0" fmla="*/ 35243 h 66675"/>
                <a:gd name="connsiteX1" fmla="*/ 34862 w 66675"/>
                <a:gd name="connsiteY1" fmla="*/ 7144 h 66675"/>
                <a:gd name="connsiteX2" fmla="*/ 62389 w 66675"/>
                <a:gd name="connsiteY2" fmla="*/ 35243 h 66675"/>
                <a:gd name="connsiteX3" fmla="*/ 34862 w 66675"/>
                <a:gd name="connsiteY3" fmla="*/ 63627 h 66675"/>
                <a:gd name="connsiteX4" fmla="*/ 7144 w 66675"/>
                <a:gd name="connsiteY4" fmla="*/ 35243 h 66675"/>
                <a:gd name="connsiteX5" fmla="*/ 46196 w 66675"/>
                <a:gd name="connsiteY5" fmla="*/ 35243 h 66675"/>
                <a:gd name="connsiteX6" fmla="*/ 34862 w 66675"/>
                <a:gd name="connsiteY6" fmla="*/ 21050 h 66675"/>
                <a:gd name="connsiteX7" fmla="*/ 23432 w 66675"/>
                <a:gd name="connsiteY7" fmla="*/ 35243 h 66675"/>
                <a:gd name="connsiteX8" fmla="*/ 34862 w 66675"/>
                <a:gd name="connsiteY8" fmla="*/ 49816 h 66675"/>
                <a:gd name="connsiteX9" fmla="*/ 46196 w 66675"/>
                <a:gd name="connsiteY9" fmla="*/ 35243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6675" h="66675" fill="norm" stroke="1" extrusionOk="0">
                  <a:moveTo>
                    <a:pt x="7144" y="35243"/>
                  </a:moveTo>
                  <a:cubicBezTo>
                    <a:pt x="7144" y="18764"/>
                    <a:pt x="18479" y="7144"/>
                    <a:pt x="34862" y="7144"/>
                  </a:cubicBezTo>
                  <a:cubicBezTo>
                    <a:pt x="50959" y="7144"/>
                    <a:pt x="62389" y="18764"/>
                    <a:pt x="62389" y="35243"/>
                  </a:cubicBezTo>
                  <a:cubicBezTo>
                    <a:pt x="62389" y="52007"/>
                    <a:pt x="50959" y="63627"/>
                    <a:pt x="34862" y="63627"/>
                  </a:cubicBezTo>
                  <a:cubicBezTo>
                    <a:pt x="18479" y="63722"/>
                    <a:pt x="7144" y="52007"/>
                    <a:pt x="7144" y="35243"/>
                  </a:cubicBezTo>
                  <a:close/>
                  <a:moveTo>
                    <a:pt x="46196" y="35243"/>
                  </a:moveTo>
                  <a:cubicBezTo>
                    <a:pt x="46196" y="26860"/>
                    <a:pt x="41910" y="21050"/>
                    <a:pt x="34862" y="21050"/>
                  </a:cubicBezTo>
                  <a:cubicBezTo>
                    <a:pt x="27813" y="21050"/>
                    <a:pt x="23432" y="26956"/>
                    <a:pt x="23432" y="35243"/>
                  </a:cubicBezTo>
                  <a:cubicBezTo>
                    <a:pt x="23432" y="43339"/>
                    <a:pt x="27813" y="49816"/>
                    <a:pt x="34862" y="49816"/>
                  </a:cubicBezTo>
                  <a:cubicBezTo>
                    <a:pt x="41910" y="49816"/>
                    <a:pt x="46196" y="43434"/>
                    <a:pt x="46196" y="3524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5" name="Полилиния: фигура 164"/>
            <p:cNvSpPr/>
            <p:nvPr/>
          </p:nvSpPr>
          <p:spPr bwMode="auto">
            <a:xfrm>
              <a:off x="5898991" y="4840237"/>
              <a:ext cx="66675" cy="85725"/>
            </a:xfrm>
            <a:custGeom>
              <a:avLst/>
              <a:gdLst>
                <a:gd name="connsiteX0" fmla="*/ 22765 w 66675"/>
                <a:gd name="connsiteY0" fmla="*/ 82201 h 85725"/>
                <a:gd name="connsiteX1" fmla="*/ 7144 w 66675"/>
                <a:gd name="connsiteY1" fmla="*/ 82201 h 85725"/>
                <a:gd name="connsiteX2" fmla="*/ 7144 w 66675"/>
                <a:gd name="connsiteY2" fmla="*/ 8477 h 85725"/>
                <a:gd name="connsiteX3" fmla="*/ 22765 w 66675"/>
                <a:gd name="connsiteY3" fmla="*/ 8477 h 85725"/>
                <a:gd name="connsiteX4" fmla="*/ 22765 w 66675"/>
                <a:gd name="connsiteY4" fmla="*/ 13811 h 85725"/>
                <a:gd name="connsiteX5" fmla="*/ 22955 w 66675"/>
                <a:gd name="connsiteY5" fmla="*/ 13811 h 85725"/>
                <a:gd name="connsiteX6" fmla="*/ 38100 w 66675"/>
                <a:gd name="connsiteY6" fmla="*/ 7144 h 85725"/>
                <a:gd name="connsiteX7" fmla="*/ 62770 w 66675"/>
                <a:gd name="connsiteY7" fmla="*/ 35243 h 85725"/>
                <a:gd name="connsiteX8" fmla="*/ 38100 w 66675"/>
                <a:gd name="connsiteY8" fmla="*/ 63627 h 85725"/>
                <a:gd name="connsiteX9" fmla="*/ 22955 w 66675"/>
                <a:gd name="connsiteY9" fmla="*/ 56960 h 85725"/>
                <a:gd name="connsiteX10" fmla="*/ 22765 w 66675"/>
                <a:gd name="connsiteY10" fmla="*/ 56960 h 85725"/>
                <a:gd name="connsiteX11" fmla="*/ 22765 w 66675"/>
                <a:gd name="connsiteY11" fmla="*/ 82201 h 85725"/>
                <a:gd name="connsiteX12" fmla="*/ 34385 w 66675"/>
                <a:gd name="connsiteY12" fmla="*/ 49625 h 85725"/>
                <a:gd name="connsiteX13" fmla="*/ 46577 w 66675"/>
                <a:gd name="connsiteY13" fmla="*/ 35243 h 85725"/>
                <a:gd name="connsiteX14" fmla="*/ 34385 w 66675"/>
                <a:gd name="connsiteY14" fmla="*/ 21145 h 85725"/>
                <a:gd name="connsiteX15" fmla="*/ 22098 w 66675"/>
                <a:gd name="connsiteY15" fmla="*/ 35243 h 85725"/>
                <a:gd name="connsiteX16" fmla="*/ 34385 w 66675"/>
                <a:gd name="connsiteY16" fmla="*/ 49625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6675" h="85725" fill="norm" stroke="1" extrusionOk="0">
                  <a:moveTo>
                    <a:pt x="22765" y="82201"/>
                  </a:moveTo>
                  <a:lnTo>
                    <a:pt x="7144" y="82201"/>
                  </a:lnTo>
                  <a:lnTo>
                    <a:pt x="7144" y="8477"/>
                  </a:lnTo>
                  <a:lnTo>
                    <a:pt x="22765" y="8477"/>
                  </a:lnTo>
                  <a:lnTo>
                    <a:pt x="22765" y="13811"/>
                  </a:lnTo>
                  <a:lnTo>
                    <a:pt x="22955" y="13811"/>
                  </a:lnTo>
                  <a:cubicBezTo>
                    <a:pt x="25337" y="10954"/>
                    <a:pt x="29908" y="7144"/>
                    <a:pt x="38100" y="7144"/>
                  </a:cubicBezTo>
                  <a:cubicBezTo>
                    <a:pt x="52197" y="7144"/>
                    <a:pt x="62770" y="18764"/>
                    <a:pt x="62770" y="35243"/>
                  </a:cubicBezTo>
                  <a:cubicBezTo>
                    <a:pt x="62770" y="51816"/>
                    <a:pt x="52197" y="63627"/>
                    <a:pt x="38100" y="63627"/>
                  </a:cubicBezTo>
                  <a:cubicBezTo>
                    <a:pt x="29908" y="63627"/>
                    <a:pt x="25241" y="59912"/>
                    <a:pt x="22955" y="56960"/>
                  </a:cubicBezTo>
                  <a:lnTo>
                    <a:pt x="22765" y="56960"/>
                  </a:lnTo>
                  <a:lnTo>
                    <a:pt x="22765" y="82201"/>
                  </a:lnTo>
                  <a:close/>
                  <a:moveTo>
                    <a:pt x="34385" y="49625"/>
                  </a:moveTo>
                  <a:cubicBezTo>
                    <a:pt x="41529" y="49625"/>
                    <a:pt x="46577" y="43529"/>
                    <a:pt x="46577" y="35243"/>
                  </a:cubicBezTo>
                  <a:cubicBezTo>
                    <a:pt x="46577" y="27337"/>
                    <a:pt x="41529" y="21145"/>
                    <a:pt x="34385" y="21145"/>
                  </a:cubicBezTo>
                  <a:cubicBezTo>
                    <a:pt x="27242" y="21145"/>
                    <a:pt x="22098" y="27337"/>
                    <a:pt x="22098" y="35243"/>
                  </a:cubicBezTo>
                  <a:cubicBezTo>
                    <a:pt x="22193" y="43529"/>
                    <a:pt x="27242" y="49625"/>
                    <a:pt x="34385" y="4962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6" name="Полилиния: фигура 165"/>
            <p:cNvSpPr/>
            <p:nvPr/>
          </p:nvSpPr>
          <p:spPr bwMode="auto">
            <a:xfrm>
              <a:off x="5291106" y="4955775"/>
              <a:ext cx="57150" cy="66675"/>
            </a:xfrm>
            <a:custGeom>
              <a:avLst/>
              <a:gdLst>
                <a:gd name="connsiteX0" fmla="*/ 7144 w 57150"/>
                <a:gd name="connsiteY0" fmla="*/ 7144 h 66675"/>
                <a:gd name="connsiteX1" fmla="*/ 54197 w 57150"/>
                <a:gd name="connsiteY1" fmla="*/ 7144 h 66675"/>
                <a:gd name="connsiteX2" fmla="*/ 54197 w 57150"/>
                <a:gd name="connsiteY2" fmla="*/ 61151 h 66675"/>
                <a:gd name="connsiteX3" fmla="*/ 38576 w 57150"/>
                <a:gd name="connsiteY3" fmla="*/ 61151 h 66675"/>
                <a:gd name="connsiteX4" fmla="*/ 38576 w 57150"/>
                <a:gd name="connsiteY4" fmla="*/ 20765 h 66675"/>
                <a:gd name="connsiteX5" fmla="*/ 22765 w 57150"/>
                <a:gd name="connsiteY5" fmla="*/ 20765 h 66675"/>
                <a:gd name="connsiteX6" fmla="*/ 22765 w 57150"/>
                <a:gd name="connsiteY6" fmla="*/ 61151 h 66675"/>
                <a:gd name="connsiteX7" fmla="*/ 7144 w 57150"/>
                <a:gd name="connsiteY7" fmla="*/ 61151 h 66675"/>
                <a:gd name="connsiteX8" fmla="*/ 7144 w 57150"/>
                <a:gd name="connsiteY8" fmla="*/ 714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7150" h="66675" fill="norm" stroke="1" extrusionOk="0">
                  <a:moveTo>
                    <a:pt x="7144" y="7144"/>
                  </a:moveTo>
                  <a:lnTo>
                    <a:pt x="54197" y="7144"/>
                  </a:lnTo>
                  <a:lnTo>
                    <a:pt x="54197" y="61151"/>
                  </a:lnTo>
                  <a:lnTo>
                    <a:pt x="38576" y="61151"/>
                  </a:lnTo>
                  <a:lnTo>
                    <a:pt x="38576" y="20765"/>
                  </a:lnTo>
                  <a:lnTo>
                    <a:pt x="22765" y="20765"/>
                  </a:lnTo>
                  <a:lnTo>
                    <a:pt x="22765" y="61151"/>
                  </a:lnTo>
                  <a:lnTo>
                    <a:pt x="7144" y="61151"/>
                  </a:lnTo>
                  <a:lnTo>
                    <a:pt x="7144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7" name="Полилиния: фигура 166"/>
            <p:cNvSpPr/>
            <p:nvPr/>
          </p:nvSpPr>
          <p:spPr bwMode="auto">
            <a:xfrm>
              <a:off x="5349303" y="4954536"/>
              <a:ext cx="66675" cy="66675"/>
            </a:xfrm>
            <a:custGeom>
              <a:avLst/>
              <a:gdLst>
                <a:gd name="connsiteX0" fmla="*/ 7144 w 66675"/>
                <a:gd name="connsiteY0" fmla="*/ 35338 h 66675"/>
                <a:gd name="connsiteX1" fmla="*/ 33814 w 66675"/>
                <a:gd name="connsiteY1" fmla="*/ 7144 h 66675"/>
                <a:gd name="connsiteX2" fmla="*/ 59912 w 66675"/>
                <a:gd name="connsiteY2" fmla="*/ 36767 h 66675"/>
                <a:gd name="connsiteX3" fmla="*/ 59912 w 66675"/>
                <a:gd name="connsiteY3" fmla="*/ 40481 h 66675"/>
                <a:gd name="connsiteX4" fmla="*/ 24098 w 66675"/>
                <a:gd name="connsiteY4" fmla="*/ 40481 h 66675"/>
                <a:gd name="connsiteX5" fmla="*/ 36385 w 66675"/>
                <a:gd name="connsiteY5" fmla="*/ 49721 h 66675"/>
                <a:gd name="connsiteX6" fmla="*/ 47625 w 66675"/>
                <a:gd name="connsiteY6" fmla="*/ 44577 h 66675"/>
                <a:gd name="connsiteX7" fmla="*/ 57721 w 66675"/>
                <a:gd name="connsiteY7" fmla="*/ 54673 h 66675"/>
                <a:gd name="connsiteX8" fmla="*/ 34766 w 66675"/>
                <a:gd name="connsiteY8" fmla="*/ 63722 h 66675"/>
                <a:gd name="connsiteX9" fmla="*/ 7144 w 66675"/>
                <a:gd name="connsiteY9" fmla="*/ 35338 h 66675"/>
                <a:gd name="connsiteX10" fmla="*/ 43529 w 66675"/>
                <a:gd name="connsiteY10" fmla="*/ 29242 h 66675"/>
                <a:gd name="connsiteX11" fmla="*/ 33718 w 66675"/>
                <a:gd name="connsiteY11" fmla="*/ 19526 h 66675"/>
                <a:gd name="connsiteX12" fmla="*/ 23908 w 66675"/>
                <a:gd name="connsiteY12" fmla="*/ 29242 h 66675"/>
                <a:gd name="connsiteX13" fmla="*/ 43529 w 66675"/>
                <a:gd name="connsiteY13" fmla="*/ 29242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6675" h="66675" fill="norm" stroke="1" extrusionOk="0">
                  <a:moveTo>
                    <a:pt x="7144" y="35338"/>
                  </a:moveTo>
                  <a:cubicBezTo>
                    <a:pt x="7144" y="18860"/>
                    <a:pt x="18193" y="7144"/>
                    <a:pt x="33814" y="7144"/>
                  </a:cubicBezTo>
                  <a:cubicBezTo>
                    <a:pt x="48577" y="7144"/>
                    <a:pt x="59912" y="16097"/>
                    <a:pt x="59912" y="36767"/>
                  </a:cubicBezTo>
                  <a:lnTo>
                    <a:pt x="59912" y="40481"/>
                  </a:lnTo>
                  <a:lnTo>
                    <a:pt x="24098" y="40481"/>
                  </a:lnTo>
                  <a:cubicBezTo>
                    <a:pt x="25241" y="47435"/>
                    <a:pt x="31337" y="49721"/>
                    <a:pt x="36385" y="49721"/>
                  </a:cubicBezTo>
                  <a:cubicBezTo>
                    <a:pt x="41338" y="49721"/>
                    <a:pt x="45720" y="47339"/>
                    <a:pt x="47625" y="44577"/>
                  </a:cubicBezTo>
                  <a:lnTo>
                    <a:pt x="57721" y="54673"/>
                  </a:lnTo>
                  <a:cubicBezTo>
                    <a:pt x="51149" y="60960"/>
                    <a:pt x="43720" y="63722"/>
                    <a:pt x="34766" y="63722"/>
                  </a:cubicBezTo>
                  <a:cubicBezTo>
                    <a:pt x="20574" y="63722"/>
                    <a:pt x="7144" y="53626"/>
                    <a:pt x="7144" y="35338"/>
                  </a:cubicBezTo>
                  <a:close/>
                  <a:moveTo>
                    <a:pt x="43529" y="29242"/>
                  </a:moveTo>
                  <a:cubicBezTo>
                    <a:pt x="42863" y="23241"/>
                    <a:pt x="39719" y="19526"/>
                    <a:pt x="33718" y="19526"/>
                  </a:cubicBezTo>
                  <a:cubicBezTo>
                    <a:pt x="28289" y="19526"/>
                    <a:pt x="24860" y="23717"/>
                    <a:pt x="23908" y="29242"/>
                  </a:cubicBezTo>
                  <a:lnTo>
                    <a:pt x="43529" y="2924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8" name="Полилиния: фигура 167"/>
            <p:cNvSpPr/>
            <p:nvPr/>
          </p:nvSpPr>
          <p:spPr bwMode="auto">
            <a:xfrm>
              <a:off x="5413312" y="4954536"/>
              <a:ext cx="66675" cy="85725"/>
            </a:xfrm>
            <a:custGeom>
              <a:avLst/>
              <a:gdLst>
                <a:gd name="connsiteX0" fmla="*/ 22765 w 66675"/>
                <a:gd name="connsiteY0" fmla="*/ 82201 h 85725"/>
                <a:gd name="connsiteX1" fmla="*/ 7144 w 66675"/>
                <a:gd name="connsiteY1" fmla="*/ 82201 h 85725"/>
                <a:gd name="connsiteX2" fmla="*/ 7144 w 66675"/>
                <a:gd name="connsiteY2" fmla="*/ 8477 h 85725"/>
                <a:gd name="connsiteX3" fmla="*/ 22765 w 66675"/>
                <a:gd name="connsiteY3" fmla="*/ 8477 h 85725"/>
                <a:gd name="connsiteX4" fmla="*/ 22765 w 66675"/>
                <a:gd name="connsiteY4" fmla="*/ 13811 h 85725"/>
                <a:gd name="connsiteX5" fmla="*/ 22955 w 66675"/>
                <a:gd name="connsiteY5" fmla="*/ 13811 h 85725"/>
                <a:gd name="connsiteX6" fmla="*/ 38100 w 66675"/>
                <a:gd name="connsiteY6" fmla="*/ 7144 h 85725"/>
                <a:gd name="connsiteX7" fmla="*/ 62770 w 66675"/>
                <a:gd name="connsiteY7" fmla="*/ 35243 h 85725"/>
                <a:gd name="connsiteX8" fmla="*/ 38100 w 66675"/>
                <a:gd name="connsiteY8" fmla="*/ 63722 h 85725"/>
                <a:gd name="connsiteX9" fmla="*/ 22955 w 66675"/>
                <a:gd name="connsiteY9" fmla="*/ 57055 h 85725"/>
                <a:gd name="connsiteX10" fmla="*/ 22765 w 66675"/>
                <a:gd name="connsiteY10" fmla="*/ 57055 h 85725"/>
                <a:gd name="connsiteX11" fmla="*/ 22765 w 66675"/>
                <a:gd name="connsiteY11" fmla="*/ 82201 h 85725"/>
                <a:gd name="connsiteX12" fmla="*/ 34385 w 66675"/>
                <a:gd name="connsiteY12" fmla="*/ 49530 h 85725"/>
                <a:gd name="connsiteX13" fmla="*/ 46577 w 66675"/>
                <a:gd name="connsiteY13" fmla="*/ 35052 h 85725"/>
                <a:gd name="connsiteX14" fmla="*/ 34385 w 66675"/>
                <a:gd name="connsiteY14" fmla="*/ 20955 h 85725"/>
                <a:gd name="connsiteX15" fmla="*/ 22098 w 66675"/>
                <a:gd name="connsiteY15" fmla="*/ 35052 h 85725"/>
                <a:gd name="connsiteX16" fmla="*/ 34385 w 66675"/>
                <a:gd name="connsiteY16" fmla="*/ 49530 h 85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6675" h="85725" fill="norm" stroke="1" extrusionOk="0">
                  <a:moveTo>
                    <a:pt x="22765" y="82201"/>
                  </a:moveTo>
                  <a:lnTo>
                    <a:pt x="7144" y="82201"/>
                  </a:lnTo>
                  <a:lnTo>
                    <a:pt x="7144" y="8477"/>
                  </a:lnTo>
                  <a:lnTo>
                    <a:pt x="22765" y="8477"/>
                  </a:lnTo>
                  <a:lnTo>
                    <a:pt x="22765" y="13811"/>
                  </a:lnTo>
                  <a:lnTo>
                    <a:pt x="22955" y="13811"/>
                  </a:lnTo>
                  <a:cubicBezTo>
                    <a:pt x="25336" y="10954"/>
                    <a:pt x="29908" y="7144"/>
                    <a:pt x="38100" y="7144"/>
                  </a:cubicBezTo>
                  <a:cubicBezTo>
                    <a:pt x="52197" y="7144"/>
                    <a:pt x="62770" y="18764"/>
                    <a:pt x="62770" y="35243"/>
                  </a:cubicBezTo>
                  <a:cubicBezTo>
                    <a:pt x="62770" y="51816"/>
                    <a:pt x="52197" y="63722"/>
                    <a:pt x="38100" y="63722"/>
                  </a:cubicBezTo>
                  <a:cubicBezTo>
                    <a:pt x="29908" y="63722"/>
                    <a:pt x="25241" y="60008"/>
                    <a:pt x="22955" y="57055"/>
                  </a:cubicBezTo>
                  <a:lnTo>
                    <a:pt x="22765" y="57055"/>
                  </a:lnTo>
                  <a:lnTo>
                    <a:pt x="22765" y="82201"/>
                  </a:lnTo>
                  <a:close/>
                  <a:moveTo>
                    <a:pt x="34385" y="49530"/>
                  </a:moveTo>
                  <a:cubicBezTo>
                    <a:pt x="41529" y="49530"/>
                    <a:pt x="46577" y="43434"/>
                    <a:pt x="46577" y="35052"/>
                  </a:cubicBezTo>
                  <a:cubicBezTo>
                    <a:pt x="46577" y="27146"/>
                    <a:pt x="41529" y="20955"/>
                    <a:pt x="34385" y="20955"/>
                  </a:cubicBezTo>
                  <a:cubicBezTo>
                    <a:pt x="27242" y="20955"/>
                    <a:pt x="22098" y="27146"/>
                    <a:pt x="22098" y="35052"/>
                  </a:cubicBezTo>
                  <a:cubicBezTo>
                    <a:pt x="22098" y="43434"/>
                    <a:pt x="27242" y="49530"/>
                    <a:pt x="34385" y="4953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9" name="Полилиния: фигура 168"/>
            <p:cNvSpPr/>
            <p:nvPr/>
          </p:nvSpPr>
          <p:spPr bwMode="auto">
            <a:xfrm>
              <a:off x="5476938" y="4954536"/>
              <a:ext cx="66675" cy="66675"/>
            </a:xfrm>
            <a:custGeom>
              <a:avLst/>
              <a:gdLst>
                <a:gd name="connsiteX0" fmla="*/ 7144 w 66675"/>
                <a:gd name="connsiteY0" fmla="*/ 35338 h 66675"/>
                <a:gd name="connsiteX1" fmla="*/ 33814 w 66675"/>
                <a:gd name="connsiteY1" fmla="*/ 7144 h 66675"/>
                <a:gd name="connsiteX2" fmla="*/ 59912 w 66675"/>
                <a:gd name="connsiteY2" fmla="*/ 36767 h 66675"/>
                <a:gd name="connsiteX3" fmla="*/ 59912 w 66675"/>
                <a:gd name="connsiteY3" fmla="*/ 40481 h 66675"/>
                <a:gd name="connsiteX4" fmla="*/ 24098 w 66675"/>
                <a:gd name="connsiteY4" fmla="*/ 40481 h 66675"/>
                <a:gd name="connsiteX5" fmla="*/ 36386 w 66675"/>
                <a:gd name="connsiteY5" fmla="*/ 49721 h 66675"/>
                <a:gd name="connsiteX6" fmla="*/ 47625 w 66675"/>
                <a:gd name="connsiteY6" fmla="*/ 44577 h 66675"/>
                <a:gd name="connsiteX7" fmla="*/ 57721 w 66675"/>
                <a:gd name="connsiteY7" fmla="*/ 54673 h 66675"/>
                <a:gd name="connsiteX8" fmla="*/ 34766 w 66675"/>
                <a:gd name="connsiteY8" fmla="*/ 63722 h 66675"/>
                <a:gd name="connsiteX9" fmla="*/ 7144 w 66675"/>
                <a:gd name="connsiteY9" fmla="*/ 35338 h 66675"/>
                <a:gd name="connsiteX10" fmla="*/ 43529 w 66675"/>
                <a:gd name="connsiteY10" fmla="*/ 29242 h 66675"/>
                <a:gd name="connsiteX11" fmla="*/ 33719 w 66675"/>
                <a:gd name="connsiteY11" fmla="*/ 19526 h 66675"/>
                <a:gd name="connsiteX12" fmla="*/ 23908 w 66675"/>
                <a:gd name="connsiteY12" fmla="*/ 29242 h 66675"/>
                <a:gd name="connsiteX13" fmla="*/ 43529 w 66675"/>
                <a:gd name="connsiteY13" fmla="*/ 29242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6675" h="66675" fill="norm" stroke="1" extrusionOk="0">
                  <a:moveTo>
                    <a:pt x="7144" y="35338"/>
                  </a:moveTo>
                  <a:cubicBezTo>
                    <a:pt x="7144" y="18860"/>
                    <a:pt x="18193" y="7144"/>
                    <a:pt x="33814" y="7144"/>
                  </a:cubicBezTo>
                  <a:cubicBezTo>
                    <a:pt x="48578" y="7144"/>
                    <a:pt x="59912" y="16097"/>
                    <a:pt x="59912" y="36767"/>
                  </a:cubicBezTo>
                  <a:lnTo>
                    <a:pt x="59912" y="40481"/>
                  </a:lnTo>
                  <a:lnTo>
                    <a:pt x="24098" y="40481"/>
                  </a:lnTo>
                  <a:cubicBezTo>
                    <a:pt x="25241" y="47435"/>
                    <a:pt x="31337" y="49721"/>
                    <a:pt x="36386" y="49721"/>
                  </a:cubicBezTo>
                  <a:cubicBezTo>
                    <a:pt x="41338" y="49721"/>
                    <a:pt x="45720" y="47339"/>
                    <a:pt x="47625" y="44577"/>
                  </a:cubicBezTo>
                  <a:lnTo>
                    <a:pt x="57721" y="54673"/>
                  </a:lnTo>
                  <a:cubicBezTo>
                    <a:pt x="51149" y="60960"/>
                    <a:pt x="43720" y="63722"/>
                    <a:pt x="34766" y="63722"/>
                  </a:cubicBezTo>
                  <a:cubicBezTo>
                    <a:pt x="20574" y="63722"/>
                    <a:pt x="7144" y="53626"/>
                    <a:pt x="7144" y="35338"/>
                  </a:cubicBezTo>
                  <a:close/>
                  <a:moveTo>
                    <a:pt x="43529" y="29242"/>
                  </a:moveTo>
                  <a:cubicBezTo>
                    <a:pt x="42863" y="23241"/>
                    <a:pt x="39719" y="19526"/>
                    <a:pt x="33719" y="19526"/>
                  </a:cubicBezTo>
                  <a:cubicBezTo>
                    <a:pt x="28289" y="19526"/>
                    <a:pt x="24860" y="23717"/>
                    <a:pt x="23908" y="29242"/>
                  </a:cubicBezTo>
                  <a:lnTo>
                    <a:pt x="43529" y="2924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70" name="Полилиния: фигура 169"/>
            <p:cNvSpPr/>
            <p:nvPr/>
          </p:nvSpPr>
          <p:spPr bwMode="auto">
            <a:xfrm>
              <a:off x="5540947" y="4955775"/>
              <a:ext cx="57150" cy="66675"/>
            </a:xfrm>
            <a:custGeom>
              <a:avLst/>
              <a:gdLst>
                <a:gd name="connsiteX0" fmla="*/ 7144 w 57150"/>
                <a:gd name="connsiteY0" fmla="*/ 61151 h 66675"/>
                <a:gd name="connsiteX1" fmla="*/ 7144 w 57150"/>
                <a:gd name="connsiteY1" fmla="*/ 7144 h 66675"/>
                <a:gd name="connsiteX2" fmla="*/ 35052 w 57150"/>
                <a:gd name="connsiteY2" fmla="*/ 7144 h 66675"/>
                <a:gd name="connsiteX3" fmla="*/ 54864 w 57150"/>
                <a:gd name="connsiteY3" fmla="*/ 21812 h 66675"/>
                <a:gd name="connsiteX4" fmla="*/ 46863 w 57150"/>
                <a:gd name="connsiteY4" fmla="*/ 32194 h 66675"/>
                <a:gd name="connsiteX5" fmla="*/ 46863 w 57150"/>
                <a:gd name="connsiteY5" fmla="*/ 32385 h 66675"/>
                <a:gd name="connsiteX6" fmla="*/ 57150 w 57150"/>
                <a:gd name="connsiteY6" fmla="*/ 45244 h 66675"/>
                <a:gd name="connsiteX7" fmla="*/ 37433 w 57150"/>
                <a:gd name="connsiteY7" fmla="*/ 61151 h 66675"/>
                <a:gd name="connsiteX8" fmla="*/ 7144 w 57150"/>
                <a:gd name="connsiteY8" fmla="*/ 61151 h 66675"/>
                <a:gd name="connsiteX9" fmla="*/ 31623 w 57150"/>
                <a:gd name="connsiteY9" fmla="*/ 29528 h 66675"/>
                <a:gd name="connsiteX10" fmla="*/ 38671 w 57150"/>
                <a:gd name="connsiteY10" fmla="*/ 23908 h 66675"/>
                <a:gd name="connsiteX11" fmla="*/ 31623 w 57150"/>
                <a:gd name="connsiteY11" fmla="*/ 18574 h 66675"/>
                <a:gd name="connsiteX12" fmla="*/ 22765 w 57150"/>
                <a:gd name="connsiteY12" fmla="*/ 18574 h 66675"/>
                <a:gd name="connsiteX13" fmla="*/ 22765 w 57150"/>
                <a:gd name="connsiteY13" fmla="*/ 29623 h 66675"/>
                <a:gd name="connsiteX14" fmla="*/ 31623 w 57150"/>
                <a:gd name="connsiteY14" fmla="*/ 29623 h 66675"/>
                <a:gd name="connsiteX15" fmla="*/ 34480 w 57150"/>
                <a:gd name="connsiteY15" fmla="*/ 49816 h 66675"/>
                <a:gd name="connsiteX16" fmla="*/ 40386 w 57150"/>
                <a:gd name="connsiteY16" fmla="*/ 45148 h 66675"/>
                <a:gd name="connsiteX17" fmla="*/ 34480 w 57150"/>
                <a:gd name="connsiteY17" fmla="*/ 40005 h 66675"/>
                <a:gd name="connsiteX18" fmla="*/ 22765 w 57150"/>
                <a:gd name="connsiteY18" fmla="*/ 40005 h 66675"/>
                <a:gd name="connsiteX19" fmla="*/ 22765 w 57150"/>
                <a:gd name="connsiteY19" fmla="*/ 49816 h 66675"/>
                <a:gd name="connsiteX20" fmla="*/ 34480 w 57150"/>
                <a:gd name="connsiteY20" fmla="*/ 49816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7150" h="66675" fill="norm" stroke="1" extrusionOk="0">
                  <a:moveTo>
                    <a:pt x="7144" y="61151"/>
                  </a:moveTo>
                  <a:lnTo>
                    <a:pt x="7144" y="7144"/>
                  </a:lnTo>
                  <a:lnTo>
                    <a:pt x="35052" y="7144"/>
                  </a:lnTo>
                  <a:cubicBezTo>
                    <a:pt x="45625" y="7144"/>
                    <a:pt x="54864" y="11144"/>
                    <a:pt x="54864" y="21812"/>
                  </a:cubicBezTo>
                  <a:cubicBezTo>
                    <a:pt x="54864" y="26765"/>
                    <a:pt x="51054" y="31052"/>
                    <a:pt x="46863" y="32194"/>
                  </a:cubicBezTo>
                  <a:lnTo>
                    <a:pt x="46863" y="32385"/>
                  </a:lnTo>
                  <a:cubicBezTo>
                    <a:pt x="53150" y="34100"/>
                    <a:pt x="57150" y="38576"/>
                    <a:pt x="57150" y="45244"/>
                  </a:cubicBezTo>
                  <a:cubicBezTo>
                    <a:pt x="57150" y="53150"/>
                    <a:pt x="51245" y="61151"/>
                    <a:pt x="37433" y="61151"/>
                  </a:cubicBezTo>
                  <a:lnTo>
                    <a:pt x="7144" y="61151"/>
                  </a:lnTo>
                  <a:close/>
                  <a:moveTo>
                    <a:pt x="31623" y="29528"/>
                  </a:moveTo>
                  <a:cubicBezTo>
                    <a:pt x="35624" y="29528"/>
                    <a:pt x="38671" y="27908"/>
                    <a:pt x="38671" y="23908"/>
                  </a:cubicBezTo>
                  <a:cubicBezTo>
                    <a:pt x="38671" y="19812"/>
                    <a:pt x="35528" y="18574"/>
                    <a:pt x="31623" y="18574"/>
                  </a:cubicBezTo>
                  <a:lnTo>
                    <a:pt x="22765" y="18574"/>
                  </a:lnTo>
                  <a:lnTo>
                    <a:pt x="22765" y="29623"/>
                  </a:lnTo>
                  <a:lnTo>
                    <a:pt x="31623" y="29623"/>
                  </a:lnTo>
                  <a:close/>
                  <a:moveTo>
                    <a:pt x="34480" y="49816"/>
                  </a:moveTo>
                  <a:cubicBezTo>
                    <a:pt x="38862" y="49816"/>
                    <a:pt x="40386" y="47530"/>
                    <a:pt x="40386" y="45148"/>
                  </a:cubicBezTo>
                  <a:cubicBezTo>
                    <a:pt x="40386" y="42577"/>
                    <a:pt x="38862" y="40005"/>
                    <a:pt x="34480" y="40005"/>
                  </a:cubicBezTo>
                  <a:lnTo>
                    <a:pt x="22765" y="40005"/>
                  </a:lnTo>
                  <a:lnTo>
                    <a:pt x="22765" y="49816"/>
                  </a:lnTo>
                  <a:lnTo>
                    <a:pt x="34480" y="49816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71" name="Полилиния: фигура 170"/>
            <p:cNvSpPr/>
            <p:nvPr/>
          </p:nvSpPr>
          <p:spPr bwMode="auto">
            <a:xfrm>
              <a:off x="5598573" y="4954536"/>
              <a:ext cx="66675" cy="66675"/>
            </a:xfrm>
            <a:custGeom>
              <a:avLst/>
              <a:gdLst>
                <a:gd name="connsiteX0" fmla="*/ 7144 w 66675"/>
                <a:gd name="connsiteY0" fmla="*/ 35243 h 66675"/>
                <a:gd name="connsiteX1" fmla="*/ 34862 w 66675"/>
                <a:gd name="connsiteY1" fmla="*/ 7144 h 66675"/>
                <a:gd name="connsiteX2" fmla="*/ 62484 w 66675"/>
                <a:gd name="connsiteY2" fmla="*/ 35243 h 66675"/>
                <a:gd name="connsiteX3" fmla="*/ 34862 w 66675"/>
                <a:gd name="connsiteY3" fmla="*/ 63722 h 66675"/>
                <a:gd name="connsiteX4" fmla="*/ 7144 w 66675"/>
                <a:gd name="connsiteY4" fmla="*/ 35243 h 66675"/>
                <a:gd name="connsiteX5" fmla="*/ 46196 w 66675"/>
                <a:gd name="connsiteY5" fmla="*/ 35243 h 66675"/>
                <a:gd name="connsiteX6" fmla="*/ 34862 w 66675"/>
                <a:gd name="connsiteY6" fmla="*/ 21050 h 66675"/>
                <a:gd name="connsiteX7" fmla="*/ 23431 w 66675"/>
                <a:gd name="connsiteY7" fmla="*/ 35243 h 66675"/>
                <a:gd name="connsiteX8" fmla="*/ 34862 w 66675"/>
                <a:gd name="connsiteY8" fmla="*/ 49816 h 66675"/>
                <a:gd name="connsiteX9" fmla="*/ 46196 w 66675"/>
                <a:gd name="connsiteY9" fmla="*/ 35243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6675" h="66675" fill="norm" stroke="1" extrusionOk="0">
                  <a:moveTo>
                    <a:pt x="7144" y="35243"/>
                  </a:moveTo>
                  <a:cubicBezTo>
                    <a:pt x="7144" y="18764"/>
                    <a:pt x="18479" y="7144"/>
                    <a:pt x="34862" y="7144"/>
                  </a:cubicBezTo>
                  <a:cubicBezTo>
                    <a:pt x="50959" y="7144"/>
                    <a:pt x="62484" y="18764"/>
                    <a:pt x="62484" y="35243"/>
                  </a:cubicBezTo>
                  <a:cubicBezTo>
                    <a:pt x="62484" y="52007"/>
                    <a:pt x="51054" y="63722"/>
                    <a:pt x="34862" y="63722"/>
                  </a:cubicBezTo>
                  <a:cubicBezTo>
                    <a:pt x="18479" y="63722"/>
                    <a:pt x="7144" y="52007"/>
                    <a:pt x="7144" y="35243"/>
                  </a:cubicBezTo>
                  <a:close/>
                  <a:moveTo>
                    <a:pt x="46196" y="35243"/>
                  </a:moveTo>
                  <a:cubicBezTo>
                    <a:pt x="46196" y="26860"/>
                    <a:pt x="41910" y="21050"/>
                    <a:pt x="34862" y="21050"/>
                  </a:cubicBezTo>
                  <a:cubicBezTo>
                    <a:pt x="27813" y="21050"/>
                    <a:pt x="23431" y="26956"/>
                    <a:pt x="23431" y="35243"/>
                  </a:cubicBezTo>
                  <a:cubicBezTo>
                    <a:pt x="23431" y="43339"/>
                    <a:pt x="27813" y="49816"/>
                    <a:pt x="34862" y="49816"/>
                  </a:cubicBezTo>
                  <a:cubicBezTo>
                    <a:pt x="41910" y="49816"/>
                    <a:pt x="46196" y="43339"/>
                    <a:pt x="46196" y="3524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72" name="Полилиния: фигура 171"/>
            <p:cNvSpPr/>
            <p:nvPr/>
          </p:nvSpPr>
          <p:spPr bwMode="auto">
            <a:xfrm>
              <a:off x="5659056" y="4954536"/>
              <a:ext cx="57150" cy="66675"/>
            </a:xfrm>
            <a:custGeom>
              <a:avLst/>
              <a:gdLst>
                <a:gd name="connsiteX0" fmla="*/ 7144 w 57150"/>
                <a:gd name="connsiteY0" fmla="*/ 56198 h 66675"/>
                <a:gd name="connsiteX1" fmla="*/ 17050 w 57150"/>
                <a:gd name="connsiteY1" fmla="*/ 46387 h 66675"/>
                <a:gd name="connsiteX2" fmla="*/ 31147 w 57150"/>
                <a:gd name="connsiteY2" fmla="*/ 50959 h 66675"/>
                <a:gd name="connsiteX3" fmla="*/ 40100 w 57150"/>
                <a:gd name="connsiteY3" fmla="*/ 46196 h 66675"/>
                <a:gd name="connsiteX4" fmla="*/ 29908 w 57150"/>
                <a:gd name="connsiteY4" fmla="*/ 41624 h 66675"/>
                <a:gd name="connsiteX5" fmla="*/ 23717 w 57150"/>
                <a:gd name="connsiteY5" fmla="*/ 41624 h 66675"/>
                <a:gd name="connsiteX6" fmla="*/ 23717 w 57150"/>
                <a:gd name="connsiteY6" fmla="*/ 29242 h 66675"/>
                <a:gd name="connsiteX7" fmla="*/ 30671 w 57150"/>
                <a:gd name="connsiteY7" fmla="*/ 29242 h 66675"/>
                <a:gd name="connsiteX8" fmla="*/ 39148 w 57150"/>
                <a:gd name="connsiteY8" fmla="*/ 24384 h 66675"/>
                <a:gd name="connsiteX9" fmla="*/ 32671 w 57150"/>
                <a:gd name="connsiteY9" fmla="*/ 20003 h 66675"/>
                <a:gd name="connsiteX10" fmla="*/ 18860 w 57150"/>
                <a:gd name="connsiteY10" fmla="*/ 23241 h 66675"/>
                <a:gd name="connsiteX11" fmla="*/ 9430 w 57150"/>
                <a:gd name="connsiteY11" fmla="*/ 13811 h 66675"/>
                <a:gd name="connsiteX12" fmla="*/ 32957 w 57150"/>
                <a:gd name="connsiteY12" fmla="*/ 7144 h 66675"/>
                <a:gd name="connsiteX13" fmla="*/ 54483 w 57150"/>
                <a:gd name="connsiteY13" fmla="*/ 23051 h 66675"/>
                <a:gd name="connsiteX14" fmla="*/ 47244 w 57150"/>
                <a:gd name="connsiteY14" fmla="*/ 34957 h 66675"/>
                <a:gd name="connsiteX15" fmla="*/ 47244 w 57150"/>
                <a:gd name="connsiteY15" fmla="*/ 35147 h 66675"/>
                <a:gd name="connsiteX16" fmla="*/ 56293 w 57150"/>
                <a:gd name="connsiteY16" fmla="*/ 47054 h 66675"/>
                <a:gd name="connsiteX17" fmla="*/ 31909 w 57150"/>
                <a:gd name="connsiteY17" fmla="*/ 63722 h 66675"/>
                <a:gd name="connsiteX18" fmla="*/ 7144 w 57150"/>
                <a:gd name="connsiteY18" fmla="*/ 56198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7150" h="66675" fill="norm" stroke="1" extrusionOk="0">
                  <a:moveTo>
                    <a:pt x="7144" y="56198"/>
                  </a:moveTo>
                  <a:lnTo>
                    <a:pt x="17050" y="46387"/>
                  </a:lnTo>
                  <a:cubicBezTo>
                    <a:pt x="20479" y="49054"/>
                    <a:pt x="28099" y="50959"/>
                    <a:pt x="31147" y="50959"/>
                  </a:cubicBezTo>
                  <a:cubicBezTo>
                    <a:pt x="35624" y="50959"/>
                    <a:pt x="40100" y="49911"/>
                    <a:pt x="40100" y="46196"/>
                  </a:cubicBezTo>
                  <a:cubicBezTo>
                    <a:pt x="40100" y="42863"/>
                    <a:pt x="37243" y="41624"/>
                    <a:pt x="29908" y="41624"/>
                  </a:cubicBezTo>
                  <a:lnTo>
                    <a:pt x="23717" y="41624"/>
                  </a:lnTo>
                  <a:lnTo>
                    <a:pt x="23717" y="29242"/>
                  </a:lnTo>
                  <a:lnTo>
                    <a:pt x="30671" y="29242"/>
                  </a:lnTo>
                  <a:cubicBezTo>
                    <a:pt x="37624" y="29242"/>
                    <a:pt x="39148" y="26575"/>
                    <a:pt x="39148" y="24384"/>
                  </a:cubicBezTo>
                  <a:cubicBezTo>
                    <a:pt x="39148" y="21050"/>
                    <a:pt x="36290" y="20003"/>
                    <a:pt x="32671" y="20003"/>
                  </a:cubicBezTo>
                  <a:cubicBezTo>
                    <a:pt x="27527" y="20003"/>
                    <a:pt x="20955" y="22289"/>
                    <a:pt x="18860" y="23241"/>
                  </a:cubicBezTo>
                  <a:lnTo>
                    <a:pt x="9430" y="13811"/>
                  </a:lnTo>
                  <a:cubicBezTo>
                    <a:pt x="16574" y="8858"/>
                    <a:pt x="26670" y="7144"/>
                    <a:pt x="32957" y="7144"/>
                  </a:cubicBezTo>
                  <a:cubicBezTo>
                    <a:pt x="45053" y="7144"/>
                    <a:pt x="54483" y="13621"/>
                    <a:pt x="54483" y="23051"/>
                  </a:cubicBezTo>
                  <a:cubicBezTo>
                    <a:pt x="54483" y="27623"/>
                    <a:pt x="51816" y="32099"/>
                    <a:pt x="47244" y="34957"/>
                  </a:cubicBezTo>
                  <a:lnTo>
                    <a:pt x="47244" y="35147"/>
                  </a:lnTo>
                  <a:cubicBezTo>
                    <a:pt x="52197" y="36957"/>
                    <a:pt x="56293" y="41529"/>
                    <a:pt x="56293" y="47054"/>
                  </a:cubicBezTo>
                  <a:cubicBezTo>
                    <a:pt x="56293" y="57912"/>
                    <a:pt x="45149" y="63722"/>
                    <a:pt x="31909" y="63722"/>
                  </a:cubicBezTo>
                  <a:cubicBezTo>
                    <a:pt x="21050" y="63722"/>
                    <a:pt x="13145" y="60389"/>
                    <a:pt x="7144" y="5619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73" name="Полилиния: фигура 172"/>
            <p:cNvSpPr/>
            <p:nvPr/>
          </p:nvSpPr>
          <p:spPr bwMode="auto">
            <a:xfrm>
              <a:off x="5716111" y="4954536"/>
              <a:ext cx="66675" cy="66675"/>
            </a:xfrm>
            <a:custGeom>
              <a:avLst/>
              <a:gdLst>
                <a:gd name="connsiteX0" fmla="*/ 7144 w 66675"/>
                <a:gd name="connsiteY0" fmla="*/ 35243 h 66675"/>
                <a:gd name="connsiteX1" fmla="*/ 34862 w 66675"/>
                <a:gd name="connsiteY1" fmla="*/ 7144 h 66675"/>
                <a:gd name="connsiteX2" fmla="*/ 62484 w 66675"/>
                <a:gd name="connsiteY2" fmla="*/ 35243 h 66675"/>
                <a:gd name="connsiteX3" fmla="*/ 34862 w 66675"/>
                <a:gd name="connsiteY3" fmla="*/ 63722 h 66675"/>
                <a:gd name="connsiteX4" fmla="*/ 7144 w 66675"/>
                <a:gd name="connsiteY4" fmla="*/ 35243 h 66675"/>
                <a:gd name="connsiteX5" fmla="*/ 46196 w 66675"/>
                <a:gd name="connsiteY5" fmla="*/ 35243 h 66675"/>
                <a:gd name="connsiteX6" fmla="*/ 34862 w 66675"/>
                <a:gd name="connsiteY6" fmla="*/ 21050 h 66675"/>
                <a:gd name="connsiteX7" fmla="*/ 23432 w 66675"/>
                <a:gd name="connsiteY7" fmla="*/ 35243 h 66675"/>
                <a:gd name="connsiteX8" fmla="*/ 34862 w 66675"/>
                <a:gd name="connsiteY8" fmla="*/ 49816 h 66675"/>
                <a:gd name="connsiteX9" fmla="*/ 46196 w 66675"/>
                <a:gd name="connsiteY9" fmla="*/ 35243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6675" h="66675" fill="norm" stroke="1" extrusionOk="0">
                  <a:moveTo>
                    <a:pt x="7144" y="35243"/>
                  </a:moveTo>
                  <a:cubicBezTo>
                    <a:pt x="7144" y="18764"/>
                    <a:pt x="18479" y="7144"/>
                    <a:pt x="34862" y="7144"/>
                  </a:cubicBezTo>
                  <a:cubicBezTo>
                    <a:pt x="50959" y="7144"/>
                    <a:pt x="62484" y="18764"/>
                    <a:pt x="62484" y="35243"/>
                  </a:cubicBezTo>
                  <a:cubicBezTo>
                    <a:pt x="62484" y="52007"/>
                    <a:pt x="51054" y="63722"/>
                    <a:pt x="34862" y="63722"/>
                  </a:cubicBezTo>
                  <a:cubicBezTo>
                    <a:pt x="18479" y="63722"/>
                    <a:pt x="7144" y="52007"/>
                    <a:pt x="7144" y="35243"/>
                  </a:cubicBezTo>
                  <a:close/>
                  <a:moveTo>
                    <a:pt x="46196" y="35243"/>
                  </a:moveTo>
                  <a:cubicBezTo>
                    <a:pt x="46196" y="26860"/>
                    <a:pt x="41910" y="21050"/>
                    <a:pt x="34862" y="21050"/>
                  </a:cubicBezTo>
                  <a:cubicBezTo>
                    <a:pt x="27813" y="21050"/>
                    <a:pt x="23432" y="26956"/>
                    <a:pt x="23432" y="35243"/>
                  </a:cubicBezTo>
                  <a:cubicBezTo>
                    <a:pt x="23432" y="43339"/>
                    <a:pt x="27813" y="49816"/>
                    <a:pt x="34862" y="49816"/>
                  </a:cubicBezTo>
                  <a:cubicBezTo>
                    <a:pt x="41910" y="49816"/>
                    <a:pt x="46196" y="43339"/>
                    <a:pt x="46196" y="3524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74" name="Полилиния: фигура 173"/>
            <p:cNvSpPr/>
            <p:nvPr/>
          </p:nvSpPr>
          <p:spPr bwMode="auto">
            <a:xfrm>
              <a:off x="5782881" y="4955775"/>
              <a:ext cx="57150" cy="66675"/>
            </a:xfrm>
            <a:custGeom>
              <a:avLst/>
              <a:gdLst>
                <a:gd name="connsiteX0" fmla="*/ 7144 w 57150"/>
                <a:gd name="connsiteY0" fmla="*/ 7144 h 66675"/>
                <a:gd name="connsiteX1" fmla="*/ 22765 w 57150"/>
                <a:gd name="connsiteY1" fmla="*/ 7144 h 66675"/>
                <a:gd name="connsiteX2" fmla="*/ 22765 w 57150"/>
                <a:gd name="connsiteY2" fmla="*/ 27527 h 66675"/>
                <a:gd name="connsiteX3" fmla="*/ 25146 w 57150"/>
                <a:gd name="connsiteY3" fmla="*/ 27527 h 66675"/>
                <a:gd name="connsiteX4" fmla="*/ 37910 w 57150"/>
                <a:gd name="connsiteY4" fmla="*/ 7144 h 66675"/>
                <a:gd name="connsiteX5" fmla="*/ 55817 w 57150"/>
                <a:gd name="connsiteY5" fmla="*/ 7144 h 66675"/>
                <a:gd name="connsiteX6" fmla="*/ 38481 w 57150"/>
                <a:gd name="connsiteY6" fmla="*/ 33909 h 66675"/>
                <a:gd name="connsiteX7" fmla="*/ 57912 w 57150"/>
                <a:gd name="connsiteY7" fmla="*/ 61151 h 66675"/>
                <a:gd name="connsiteX8" fmla="*/ 38862 w 57150"/>
                <a:gd name="connsiteY8" fmla="*/ 61151 h 66675"/>
                <a:gd name="connsiteX9" fmla="*/ 24575 w 57150"/>
                <a:gd name="connsiteY9" fmla="*/ 40577 h 66675"/>
                <a:gd name="connsiteX10" fmla="*/ 22860 w 57150"/>
                <a:gd name="connsiteY10" fmla="*/ 40577 h 66675"/>
                <a:gd name="connsiteX11" fmla="*/ 22860 w 57150"/>
                <a:gd name="connsiteY11" fmla="*/ 61151 h 66675"/>
                <a:gd name="connsiteX12" fmla="*/ 7239 w 57150"/>
                <a:gd name="connsiteY12" fmla="*/ 61151 h 66675"/>
                <a:gd name="connsiteX13" fmla="*/ 7239 w 57150"/>
                <a:gd name="connsiteY13" fmla="*/ 714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7150" h="66675" fill="norm" stroke="1" extrusionOk="0">
                  <a:moveTo>
                    <a:pt x="7144" y="7144"/>
                  </a:moveTo>
                  <a:lnTo>
                    <a:pt x="22765" y="7144"/>
                  </a:lnTo>
                  <a:lnTo>
                    <a:pt x="22765" y="27527"/>
                  </a:lnTo>
                  <a:lnTo>
                    <a:pt x="25146" y="27527"/>
                  </a:lnTo>
                  <a:lnTo>
                    <a:pt x="37910" y="7144"/>
                  </a:lnTo>
                  <a:lnTo>
                    <a:pt x="55817" y="7144"/>
                  </a:lnTo>
                  <a:lnTo>
                    <a:pt x="38481" y="33909"/>
                  </a:lnTo>
                  <a:lnTo>
                    <a:pt x="57912" y="61151"/>
                  </a:lnTo>
                  <a:lnTo>
                    <a:pt x="38862" y="61151"/>
                  </a:lnTo>
                  <a:lnTo>
                    <a:pt x="24575" y="40577"/>
                  </a:lnTo>
                  <a:lnTo>
                    <a:pt x="22860" y="40577"/>
                  </a:lnTo>
                  <a:lnTo>
                    <a:pt x="22860" y="61151"/>
                  </a:lnTo>
                  <a:lnTo>
                    <a:pt x="7239" y="61151"/>
                  </a:lnTo>
                  <a:lnTo>
                    <a:pt x="7239" y="7144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75" name="Полилиния: фигура 174"/>
            <p:cNvSpPr/>
            <p:nvPr/>
          </p:nvSpPr>
          <p:spPr bwMode="auto">
            <a:xfrm>
              <a:off x="4874482" y="4752702"/>
              <a:ext cx="342900" cy="409575"/>
            </a:xfrm>
            <a:custGeom>
              <a:avLst/>
              <a:gdLst>
                <a:gd name="connsiteX0" fmla="*/ 78867 w 342900"/>
                <a:gd name="connsiteY0" fmla="*/ 281083 h 409575"/>
                <a:gd name="connsiteX1" fmla="*/ 74771 w 342900"/>
                <a:gd name="connsiteY1" fmla="*/ 271272 h 409575"/>
                <a:gd name="connsiteX2" fmla="*/ 34195 w 342900"/>
                <a:gd name="connsiteY2" fmla="*/ 173260 h 409575"/>
                <a:gd name="connsiteX3" fmla="*/ 173260 w 342900"/>
                <a:gd name="connsiteY3" fmla="*/ 34195 h 409575"/>
                <a:gd name="connsiteX4" fmla="*/ 312325 w 342900"/>
                <a:gd name="connsiteY4" fmla="*/ 173260 h 409575"/>
                <a:gd name="connsiteX5" fmla="*/ 271558 w 342900"/>
                <a:gd name="connsiteY5" fmla="*/ 271558 h 409575"/>
                <a:gd name="connsiteX6" fmla="*/ 154115 w 342900"/>
                <a:gd name="connsiteY6" fmla="*/ 389001 h 409575"/>
                <a:gd name="connsiteX7" fmla="*/ 173260 w 342900"/>
                <a:gd name="connsiteY7" fmla="*/ 408146 h 409575"/>
                <a:gd name="connsiteX8" fmla="*/ 290798 w 342900"/>
                <a:gd name="connsiteY8" fmla="*/ 290608 h 409575"/>
                <a:gd name="connsiteX9" fmla="*/ 339376 w 342900"/>
                <a:gd name="connsiteY9" fmla="*/ 173260 h 409575"/>
                <a:gd name="connsiteX10" fmla="*/ 173260 w 342900"/>
                <a:gd name="connsiteY10" fmla="*/ 7144 h 409575"/>
                <a:gd name="connsiteX11" fmla="*/ 7144 w 342900"/>
                <a:gd name="connsiteY11" fmla="*/ 173260 h 409575"/>
                <a:gd name="connsiteX12" fmla="*/ 55626 w 342900"/>
                <a:gd name="connsiteY12" fmla="*/ 290513 h 409575"/>
                <a:gd name="connsiteX13" fmla="*/ 65342 w 342900"/>
                <a:gd name="connsiteY13" fmla="*/ 294513 h 409575"/>
                <a:gd name="connsiteX14" fmla="*/ 78867 w 342900"/>
                <a:gd name="connsiteY14" fmla="*/ 281083 h 409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42900" h="409575" fill="norm" stroke="1" extrusionOk="0">
                  <a:moveTo>
                    <a:pt x="78867" y="281083"/>
                  </a:moveTo>
                  <a:cubicBezTo>
                    <a:pt x="78867" y="277273"/>
                    <a:pt x="77248" y="273844"/>
                    <a:pt x="74771" y="271272"/>
                  </a:cubicBezTo>
                  <a:cubicBezTo>
                    <a:pt x="49816" y="246317"/>
                    <a:pt x="34195" y="211455"/>
                    <a:pt x="34195" y="173260"/>
                  </a:cubicBezTo>
                  <a:cubicBezTo>
                    <a:pt x="34195" y="96584"/>
                    <a:pt x="96583" y="34195"/>
                    <a:pt x="173260" y="34195"/>
                  </a:cubicBezTo>
                  <a:cubicBezTo>
                    <a:pt x="249936" y="34195"/>
                    <a:pt x="312325" y="96584"/>
                    <a:pt x="312325" y="173260"/>
                  </a:cubicBezTo>
                  <a:cubicBezTo>
                    <a:pt x="312325" y="211646"/>
                    <a:pt x="296704" y="246412"/>
                    <a:pt x="271558" y="271558"/>
                  </a:cubicBezTo>
                  <a:lnTo>
                    <a:pt x="154115" y="389001"/>
                  </a:lnTo>
                  <a:lnTo>
                    <a:pt x="173260" y="408146"/>
                  </a:lnTo>
                  <a:lnTo>
                    <a:pt x="290798" y="290608"/>
                  </a:lnTo>
                  <a:cubicBezTo>
                    <a:pt x="320802" y="260509"/>
                    <a:pt x="339376" y="219075"/>
                    <a:pt x="339376" y="173260"/>
                  </a:cubicBezTo>
                  <a:cubicBezTo>
                    <a:pt x="339376" y="81534"/>
                    <a:pt x="264986" y="7144"/>
                    <a:pt x="173260" y="7144"/>
                  </a:cubicBezTo>
                  <a:cubicBezTo>
                    <a:pt x="81534" y="7144"/>
                    <a:pt x="7144" y="81534"/>
                    <a:pt x="7144" y="173260"/>
                  </a:cubicBezTo>
                  <a:cubicBezTo>
                    <a:pt x="7144" y="219075"/>
                    <a:pt x="25717" y="260604"/>
                    <a:pt x="55626" y="290513"/>
                  </a:cubicBezTo>
                  <a:cubicBezTo>
                    <a:pt x="58198" y="293084"/>
                    <a:pt x="61532" y="294513"/>
                    <a:pt x="65342" y="294513"/>
                  </a:cubicBezTo>
                  <a:cubicBezTo>
                    <a:pt x="72771" y="294513"/>
                    <a:pt x="78867" y="288512"/>
                    <a:pt x="78867" y="28108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76" name="Полилиния: фигура 175"/>
            <p:cNvSpPr/>
            <p:nvPr/>
          </p:nvSpPr>
          <p:spPr bwMode="auto">
            <a:xfrm>
              <a:off x="5078031" y="4879384"/>
              <a:ext cx="19050" cy="19050"/>
            </a:xfrm>
            <a:custGeom>
              <a:avLst/>
              <a:gdLst>
                <a:gd name="connsiteX0" fmla="*/ 13145 w 19050"/>
                <a:gd name="connsiteY0" fmla="*/ 19145 h 19050"/>
                <a:gd name="connsiteX1" fmla="*/ 19145 w 19050"/>
                <a:gd name="connsiteY1" fmla="*/ 13144 h 19050"/>
                <a:gd name="connsiteX2" fmla="*/ 13145 w 19050"/>
                <a:gd name="connsiteY2" fmla="*/ 7144 h 19050"/>
                <a:gd name="connsiteX3" fmla="*/ 7144 w 19050"/>
                <a:gd name="connsiteY3" fmla="*/ 13144 h 19050"/>
                <a:gd name="connsiteX4" fmla="*/ 13145 w 19050"/>
                <a:gd name="connsiteY4" fmla="*/ 19145 h 19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50" h="19050" fill="norm" stroke="1" extrusionOk="0">
                  <a:moveTo>
                    <a:pt x="13145" y="19145"/>
                  </a:moveTo>
                  <a:cubicBezTo>
                    <a:pt x="16478" y="19145"/>
                    <a:pt x="19145" y="16478"/>
                    <a:pt x="19145" y="13144"/>
                  </a:cubicBezTo>
                  <a:cubicBezTo>
                    <a:pt x="19145" y="9811"/>
                    <a:pt x="16478" y="7144"/>
                    <a:pt x="13145" y="7144"/>
                  </a:cubicBezTo>
                  <a:cubicBezTo>
                    <a:pt x="9811" y="7144"/>
                    <a:pt x="7144" y="9811"/>
                    <a:pt x="7144" y="13144"/>
                  </a:cubicBezTo>
                  <a:cubicBezTo>
                    <a:pt x="7144" y="16478"/>
                    <a:pt x="9811" y="19145"/>
                    <a:pt x="13145" y="1914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77" name="Полилиния: фигура 176"/>
            <p:cNvSpPr/>
            <p:nvPr/>
          </p:nvSpPr>
          <p:spPr bwMode="auto">
            <a:xfrm>
              <a:off x="4945348" y="4842713"/>
              <a:ext cx="200025" cy="171450"/>
            </a:xfrm>
            <a:custGeom>
              <a:avLst/>
              <a:gdLst>
                <a:gd name="connsiteX0" fmla="*/ 157543 w 200025"/>
                <a:gd name="connsiteY0" fmla="*/ 105632 h 171450"/>
                <a:gd name="connsiteX1" fmla="*/ 175165 w 200025"/>
                <a:gd name="connsiteY1" fmla="*/ 78772 h 171450"/>
                <a:gd name="connsiteX2" fmla="*/ 174688 w 200025"/>
                <a:gd name="connsiteY2" fmla="*/ 73819 h 171450"/>
                <a:gd name="connsiteX3" fmla="*/ 181451 w 200025"/>
                <a:gd name="connsiteY3" fmla="*/ 62579 h 171450"/>
                <a:gd name="connsiteX4" fmla="*/ 181451 w 200025"/>
                <a:gd name="connsiteY4" fmla="*/ 58293 h 171450"/>
                <a:gd name="connsiteX5" fmla="*/ 155924 w 200025"/>
                <a:gd name="connsiteY5" fmla="*/ 35433 h 171450"/>
                <a:gd name="connsiteX6" fmla="*/ 155924 w 200025"/>
                <a:gd name="connsiteY6" fmla="*/ 21146 h 171450"/>
                <a:gd name="connsiteX7" fmla="*/ 88106 w 200025"/>
                <a:gd name="connsiteY7" fmla="*/ 7144 h 171450"/>
                <a:gd name="connsiteX8" fmla="*/ 20288 w 200025"/>
                <a:gd name="connsiteY8" fmla="*/ 21146 h 171450"/>
                <a:gd name="connsiteX9" fmla="*/ 20288 w 200025"/>
                <a:gd name="connsiteY9" fmla="*/ 46101 h 171450"/>
                <a:gd name="connsiteX10" fmla="*/ 7144 w 200025"/>
                <a:gd name="connsiteY10" fmla="*/ 46101 h 171450"/>
                <a:gd name="connsiteX11" fmla="*/ 7144 w 200025"/>
                <a:gd name="connsiteY11" fmla="*/ 71438 h 171450"/>
                <a:gd name="connsiteX12" fmla="*/ 20288 w 200025"/>
                <a:gd name="connsiteY12" fmla="*/ 71438 h 171450"/>
                <a:gd name="connsiteX13" fmla="*/ 20288 w 200025"/>
                <a:gd name="connsiteY13" fmla="*/ 148590 h 171450"/>
                <a:gd name="connsiteX14" fmla="*/ 26384 w 200025"/>
                <a:gd name="connsiteY14" fmla="*/ 148590 h 171450"/>
                <a:gd name="connsiteX15" fmla="*/ 26384 w 200025"/>
                <a:gd name="connsiteY15" fmla="*/ 156305 h 171450"/>
                <a:gd name="connsiteX16" fmla="*/ 39243 w 200025"/>
                <a:gd name="connsiteY16" fmla="*/ 169164 h 171450"/>
                <a:gd name="connsiteX17" fmla="*/ 52102 w 200025"/>
                <a:gd name="connsiteY17" fmla="*/ 156305 h 171450"/>
                <a:gd name="connsiteX18" fmla="*/ 52102 w 200025"/>
                <a:gd name="connsiteY18" fmla="*/ 148590 h 171450"/>
                <a:gd name="connsiteX19" fmla="*/ 96107 w 200025"/>
                <a:gd name="connsiteY19" fmla="*/ 148590 h 171450"/>
                <a:gd name="connsiteX20" fmla="*/ 96107 w 200025"/>
                <a:gd name="connsiteY20" fmla="*/ 169355 h 171450"/>
                <a:gd name="connsiteX21" fmla="*/ 195548 w 200025"/>
                <a:gd name="connsiteY21" fmla="*/ 169355 h 171450"/>
                <a:gd name="connsiteX22" fmla="*/ 195548 w 200025"/>
                <a:gd name="connsiteY22" fmla="*/ 143732 h 171450"/>
                <a:gd name="connsiteX23" fmla="*/ 157543 w 200025"/>
                <a:gd name="connsiteY23" fmla="*/ 105632 h 171450"/>
                <a:gd name="connsiteX24" fmla="*/ 145828 w 200025"/>
                <a:gd name="connsiteY24" fmla="*/ 101251 h 171450"/>
                <a:gd name="connsiteX25" fmla="*/ 123349 w 200025"/>
                <a:gd name="connsiteY25" fmla="*/ 78772 h 171450"/>
                <a:gd name="connsiteX26" fmla="*/ 123539 w 200025"/>
                <a:gd name="connsiteY26" fmla="*/ 77438 h 171450"/>
                <a:gd name="connsiteX27" fmla="*/ 145828 w 200025"/>
                <a:gd name="connsiteY27" fmla="*/ 81439 h 171450"/>
                <a:gd name="connsiteX28" fmla="*/ 168116 w 200025"/>
                <a:gd name="connsiteY28" fmla="*/ 77438 h 171450"/>
                <a:gd name="connsiteX29" fmla="*/ 168307 w 200025"/>
                <a:gd name="connsiteY29" fmla="*/ 78772 h 171450"/>
                <a:gd name="connsiteX30" fmla="*/ 145828 w 200025"/>
                <a:gd name="connsiteY30" fmla="*/ 101251 h 171450"/>
                <a:gd name="connsiteX31" fmla="*/ 145828 w 200025"/>
                <a:gd name="connsiteY31" fmla="*/ 74486 h 171450"/>
                <a:gd name="connsiteX32" fmla="*/ 118015 w 200025"/>
                <a:gd name="connsiteY32" fmla="*/ 65056 h 171450"/>
                <a:gd name="connsiteX33" fmla="*/ 173641 w 200025"/>
                <a:gd name="connsiteY33" fmla="*/ 65056 h 171450"/>
                <a:gd name="connsiteX34" fmla="*/ 145828 w 200025"/>
                <a:gd name="connsiteY34" fmla="*/ 74486 h 171450"/>
                <a:gd name="connsiteX35" fmla="*/ 145828 w 200025"/>
                <a:gd name="connsiteY35" fmla="*/ 41339 h 171450"/>
                <a:gd name="connsiteX36" fmla="*/ 174498 w 200025"/>
                <a:gd name="connsiteY36" fmla="*/ 58103 h 171450"/>
                <a:gd name="connsiteX37" fmla="*/ 117158 w 200025"/>
                <a:gd name="connsiteY37" fmla="*/ 58103 h 171450"/>
                <a:gd name="connsiteX38" fmla="*/ 145828 w 200025"/>
                <a:gd name="connsiteY38" fmla="*/ 41339 h 171450"/>
                <a:gd name="connsiteX39" fmla="*/ 55721 w 200025"/>
                <a:gd name="connsiteY39" fmla="*/ 20669 h 171450"/>
                <a:gd name="connsiteX40" fmla="*/ 120682 w 200025"/>
                <a:gd name="connsiteY40" fmla="*/ 20669 h 171450"/>
                <a:gd name="connsiteX41" fmla="*/ 120682 w 200025"/>
                <a:gd name="connsiteY41" fmla="*/ 20669 h 171450"/>
                <a:gd name="connsiteX42" fmla="*/ 120682 w 200025"/>
                <a:gd name="connsiteY42" fmla="*/ 20669 h 171450"/>
                <a:gd name="connsiteX43" fmla="*/ 120682 w 200025"/>
                <a:gd name="connsiteY43" fmla="*/ 33814 h 171450"/>
                <a:gd name="connsiteX44" fmla="*/ 55721 w 200025"/>
                <a:gd name="connsiteY44" fmla="*/ 33814 h 171450"/>
                <a:gd name="connsiteX45" fmla="*/ 55721 w 200025"/>
                <a:gd name="connsiteY45" fmla="*/ 33814 h 171450"/>
                <a:gd name="connsiteX46" fmla="*/ 55721 w 200025"/>
                <a:gd name="connsiteY46" fmla="*/ 33814 h 171450"/>
                <a:gd name="connsiteX47" fmla="*/ 55721 w 200025"/>
                <a:gd name="connsiteY47" fmla="*/ 20669 h 171450"/>
                <a:gd name="connsiteX48" fmla="*/ 39243 w 200025"/>
                <a:gd name="connsiteY48" fmla="*/ 138589 h 171450"/>
                <a:gd name="connsiteX49" fmla="*/ 38862 w 200025"/>
                <a:gd name="connsiteY49" fmla="*/ 138494 h 171450"/>
                <a:gd name="connsiteX50" fmla="*/ 30766 w 200025"/>
                <a:gd name="connsiteY50" fmla="*/ 130112 h 171450"/>
                <a:gd name="connsiteX51" fmla="*/ 30766 w 200025"/>
                <a:gd name="connsiteY51" fmla="*/ 130112 h 171450"/>
                <a:gd name="connsiteX52" fmla="*/ 30766 w 200025"/>
                <a:gd name="connsiteY52" fmla="*/ 130112 h 171450"/>
                <a:gd name="connsiteX53" fmla="*/ 30861 w 200025"/>
                <a:gd name="connsiteY53" fmla="*/ 129826 h 171450"/>
                <a:gd name="connsiteX54" fmla="*/ 31433 w 200025"/>
                <a:gd name="connsiteY54" fmla="*/ 126778 h 171450"/>
                <a:gd name="connsiteX55" fmla="*/ 39243 w 200025"/>
                <a:gd name="connsiteY55" fmla="*/ 121634 h 171450"/>
                <a:gd name="connsiteX56" fmla="*/ 47720 w 200025"/>
                <a:gd name="connsiteY56" fmla="*/ 130112 h 171450"/>
                <a:gd name="connsiteX57" fmla="*/ 39243 w 200025"/>
                <a:gd name="connsiteY57" fmla="*/ 138589 h 171450"/>
                <a:gd name="connsiteX58" fmla="*/ 59817 w 200025"/>
                <a:gd name="connsiteY58" fmla="*/ 138589 h 171450"/>
                <a:gd name="connsiteX59" fmla="*/ 57721 w 200025"/>
                <a:gd name="connsiteY59" fmla="*/ 138208 h 171450"/>
                <a:gd name="connsiteX60" fmla="*/ 52006 w 200025"/>
                <a:gd name="connsiteY60" fmla="*/ 133445 h 171450"/>
                <a:gd name="connsiteX61" fmla="*/ 51340 w 200025"/>
                <a:gd name="connsiteY61" fmla="*/ 130112 h 171450"/>
                <a:gd name="connsiteX62" fmla="*/ 59817 w 200025"/>
                <a:gd name="connsiteY62" fmla="*/ 121634 h 171450"/>
                <a:gd name="connsiteX63" fmla="*/ 68294 w 200025"/>
                <a:gd name="connsiteY63" fmla="*/ 130112 h 171450"/>
                <a:gd name="connsiteX64" fmla="*/ 59817 w 200025"/>
                <a:gd name="connsiteY64" fmla="*/ 138589 h 171450"/>
                <a:gd name="connsiteX65" fmla="*/ 35528 w 200025"/>
                <a:gd name="connsiteY65" fmla="*/ 104013 h 171450"/>
                <a:gd name="connsiteX66" fmla="*/ 32004 w 200025"/>
                <a:gd name="connsiteY66" fmla="*/ 102394 h 171450"/>
                <a:gd name="connsiteX67" fmla="*/ 30766 w 200025"/>
                <a:gd name="connsiteY67" fmla="*/ 99251 h 171450"/>
                <a:gd name="connsiteX68" fmla="*/ 30766 w 200025"/>
                <a:gd name="connsiteY68" fmla="*/ 46101 h 171450"/>
                <a:gd name="connsiteX69" fmla="*/ 30766 w 200025"/>
                <a:gd name="connsiteY69" fmla="*/ 46101 h 171450"/>
                <a:gd name="connsiteX70" fmla="*/ 30766 w 200025"/>
                <a:gd name="connsiteY70" fmla="*/ 46101 h 171450"/>
                <a:gd name="connsiteX71" fmla="*/ 115157 w 200025"/>
                <a:gd name="connsiteY71" fmla="*/ 46101 h 171450"/>
                <a:gd name="connsiteX72" fmla="*/ 110204 w 200025"/>
                <a:gd name="connsiteY72" fmla="*/ 58293 h 171450"/>
                <a:gd name="connsiteX73" fmla="*/ 110204 w 200025"/>
                <a:gd name="connsiteY73" fmla="*/ 62579 h 171450"/>
                <a:gd name="connsiteX74" fmla="*/ 116967 w 200025"/>
                <a:gd name="connsiteY74" fmla="*/ 73819 h 171450"/>
                <a:gd name="connsiteX75" fmla="*/ 116396 w 200025"/>
                <a:gd name="connsiteY75" fmla="*/ 78772 h 171450"/>
                <a:gd name="connsiteX76" fmla="*/ 130969 w 200025"/>
                <a:gd name="connsiteY76" fmla="*/ 104013 h 171450"/>
                <a:gd name="connsiteX77" fmla="*/ 35528 w 200025"/>
                <a:gd name="connsiteY77" fmla="*/ 104013 h 171450"/>
                <a:gd name="connsiteX78" fmla="*/ 188595 w 200025"/>
                <a:gd name="connsiteY78" fmla="*/ 162401 h 171450"/>
                <a:gd name="connsiteX79" fmla="*/ 176022 w 200025"/>
                <a:gd name="connsiteY79" fmla="*/ 162401 h 171450"/>
                <a:gd name="connsiteX80" fmla="*/ 176022 w 200025"/>
                <a:gd name="connsiteY80" fmla="*/ 141161 h 171450"/>
                <a:gd name="connsiteX81" fmla="*/ 172593 w 200025"/>
                <a:gd name="connsiteY81" fmla="*/ 137732 h 171450"/>
                <a:gd name="connsiteX82" fmla="*/ 169164 w 200025"/>
                <a:gd name="connsiteY82" fmla="*/ 141161 h 171450"/>
                <a:gd name="connsiteX83" fmla="*/ 169164 w 200025"/>
                <a:gd name="connsiteY83" fmla="*/ 162401 h 171450"/>
                <a:gd name="connsiteX84" fmla="*/ 124111 w 200025"/>
                <a:gd name="connsiteY84" fmla="*/ 162401 h 171450"/>
                <a:gd name="connsiteX85" fmla="*/ 124111 w 200025"/>
                <a:gd name="connsiteY85" fmla="*/ 141161 h 171450"/>
                <a:gd name="connsiteX86" fmla="*/ 120682 w 200025"/>
                <a:gd name="connsiteY86" fmla="*/ 137732 h 171450"/>
                <a:gd name="connsiteX87" fmla="*/ 117253 w 200025"/>
                <a:gd name="connsiteY87" fmla="*/ 141161 h 171450"/>
                <a:gd name="connsiteX88" fmla="*/ 117253 w 200025"/>
                <a:gd name="connsiteY88" fmla="*/ 162401 h 171450"/>
                <a:gd name="connsiteX89" fmla="*/ 103156 w 200025"/>
                <a:gd name="connsiteY89" fmla="*/ 162401 h 171450"/>
                <a:gd name="connsiteX90" fmla="*/ 103156 w 200025"/>
                <a:gd name="connsiteY90" fmla="*/ 143732 h 171450"/>
                <a:gd name="connsiteX91" fmla="*/ 134303 w 200025"/>
                <a:gd name="connsiteY91" fmla="*/ 112586 h 171450"/>
                <a:gd name="connsiteX92" fmla="*/ 157543 w 200025"/>
                <a:gd name="connsiteY92" fmla="*/ 112586 h 171450"/>
                <a:gd name="connsiteX93" fmla="*/ 188690 w 200025"/>
                <a:gd name="connsiteY93" fmla="*/ 143732 h 171450"/>
                <a:gd name="connsiteX94" fmla="*/ 188690 w 200025"/>
                <a:gd name="connsiteY94" fmla="*/ 162401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</a:cxnLst>
              <a:rect l="l" t="t" r="r" b="b"/>
              <a:pathLst>
                <a:path w="200025" h="171450" fill="norm" stroke="1" extrusionOk="0">
                  <a:moveTo>
                    <a:pt x="157543" y="105632"/>
                  </a:moveTo>
                  <a:cubicBezTo>
                    <a:pt x="167926" y="101060"/>
                    <a:pt x="175165" y="90773"/>
                    <a:pt x="175165" y="78772"/>
                  </a:cubicBezTo>
                  <a:cubicBezTo>
                    <a:pt x="175165" y="77057"/>
                    <a:pt x="174974" y="75438"/>
                    <a:pt x="174688" y="73819"/>
                  </a:cubicBezTo>
                  <a:cubicBezTo>
                    <a:pt x="178879" y="70676"/>
                    <a:pt x="181451" y="66866"/>
                    <a:pt x="181451" y="62579"/>
                  </a:cubicBezTo>
                  <a:cubicBezTo>
                    <a:pt x="181451" y="62198"/>
                    <a:pt x="181451" y="59055"/>
                    <a:pt x="181451" y="58293"/>
                  </a:cubicBezTo>
                  <a:cubicBezTo>
                    <a:pt x="181451" y="47244"/>
                    <a:pt x="170783" y="38291"/>
                    <a:pt x="155924" y="35433"/>
                  </a:cubicBezTo>
                  <a:lnTo>
                    <a:pt x="155924" y="21146"/>
                  </a:lnTo>
                  <a:cubicBezTo>
                    <a:pt x="155924" y="13430"/>
                    <a:pt x="125539" y="7144"/>
                    <a:pt x="88106" y="7144"/>
                  </a:cubicBezTo>
                  <a:cubicBezTo>
                    <a:pt x="50673" y="7144"/>
                    <a:pt x="20288" y="13430"/>
                    <a:pt x="20288" y="21146"/>
                  </a:cubicBezTo>
                  <a:lnTo>
                    <a:pt x="20288" y="46101"/>
                  </a:lnTo>
                  <a:lnTo>
                    <a:pt x="7144" y="46101"/>
                  </a:lnTo>
                  <a:lnTo>
                    <a:pt x="7144" y="71438"/>
                  </a:lnTo>
                  <a:lnTo>
                    <a:pt x="20288" y="71438"/>
                  </a:lnTo>
                  <a:lnTo>
                    <a:pt x="20288" y="148590"/>
                  </a:lnTo>
                  <a:lnTo>
                    <a:pt x="26384" y="148590"/>
                  </a:lnTo>
                  <a:lnTo>
                    <a:pt x="26384" y="156305"/>
                  </a:lnTo>
                  <a:cubicBezTo>
                    <a:pt x="26384" y="163449"/>
                    <a:pt x="32099" y="169164"/>
                    <a:pt x="39243" y="169164"/>
                  </a:cubicBezTo>
                  <a:cubicBezTo>
                    <a:pt x="46292" y="169164"/>
                    <a:pt x="52102" y="163449"/>
                    <a:pt x="52102" y="156305"/>
                  </a:cubicBezTo>
                  <a:lnTo>
                    <a:pt x="52102" y="148590"/>
                  </a:lnTo>
                  <a:lnTo>
                    <a:pt x="96107" y="148590"/>
                  </a:lnTo>
                  <a:lnTo>
                    <a:pt x="96107" y="169355"/>
                  </a:lnTo>
                  <a:lnTo>
                    <a:pt x="195548" y="169355"/>
                  </a:lnTo>
                  <a:lnTo>
                    <a:pt x="195548" y="143732"/>
                  </a:lnTo>
                  <a:cubicBezTo>
                    <a:pt x="195548" y="122777"/>
                    <a:pt x="178499" y="105728"/>
                    <a:pt x="157543" y="105632"/>
                  </a:cubicBezTo>
                  <a:close/>
                  <a:moveTo>
                    <a:pt x="145828" y="101251"/>
                  </a:moveTo>
                  <a:cubicBezTo>
                    <a:pt x="133445" y="101251"/>
                    <a:pt x="123349" y="91154"/>
                    <a:pt x="123349" y="78772"/>
                  </a:cubicBezTo>
                  <a:cubicBezTo>
                    <a:pt x="123349" y="78296"/>
                    <a:pt x="123539" y="77915"/>
                    <a:pt x="123539" y="77438"/>
                  </a:cubicBezTo>
                  <a:cubicBezTo>
                    <a:pt x="129540" y="79915"/>
                    <a:pt x="137160" y="81439"/>
                    <a:pt x="145828" y="81439"/>
                  </a:cubicBezTo>
                  <a:cubicBezTo>
                    <a:pt x="154400" y="81439"/>
                    <a:pt x="162020" y="79915"/>
                    <a:pt x="168116" y="77438"/>
                  </a:cubicBezTo>
                  <a:cubicBezTo>
                    <a:pt x="168116" y="77915"/>
                    <a:pt x="168307" y="78296"/>
                    <a:pt x="168307" y="78772"/>
                  </a:cubicBezTo>
                  <a:cubicBezTo>
                    <a:pt x="168307" y="91154"/>
                    <a:pt x="158210" y="101251"/>
                    <a:pt x="145828" y="101251"/>
                  </a:cubicBezTo>
                  <a:close/>
                  <a:moveTo>
                    <a:pt x="145828" y="74486"/>
                  </a:moveTo>
                  <a:cubicBezTo>
                    <a:pt x="132017" y="74486"/>
                    <a:pt x="121063" y="70009"/>
                    <a:pt x="118015" y="65056"/>
                  </a:cubicBezTo>
                  <a:lnTo>
                    <a:pt x="173641" y="65056"/>
                  </a:lnTo>
                  <a:cubicBezTo>
                    <a:pt x="170783" y="69914"/>
                    <a:pt x="159829" y="74486"/>
                    <a:pt x="145828" y="74486"/>
                  </a:cubicBezTo>
                  <a:close/>
                  <a:moveTo>
                    <a:pt x="145828" y="41339"/>
                  </a:moveTo>
                  <a:cubicBezTo>
                    <a:pt x="161258" y="41339"/>
                    <a:pt x="174308" y="49054"/>
                    <a:pt x="174498" y="58103"/>
                  </a:cubicBezTo>
                  <a:lnTo>
                    <a:pt x="117158" y="58103"/>
                  </a:lnTo>
                  <a:cubicBezTo>
                    <a:pt x="117348" y="48959"/>
                    <a:pt x="130397" y="41339"/>
                    <a:pt x="145828" y="41339"/>
                  </a:cubicBezTo>
                  <a:close/>
                  <a:moveTo>
                    <a:pt x="55721" y="20669"/>
                  </a:moveTo>
                  <a:lnTo>
                    <a:pt x="120682" y="20669"/>
                  </a:lnTo>
                  <a:lnTo>
                    <a:pt x="120682" y="20669"/>
                  </a:lnTo>
                  <a:lnTo>
                    <a:pt x="120682" y="20669"/>
                  </a:lnTo>
                  <a:lnTo>
                    <a:pt x="120682" y="33814"/>
                  </a:lnTo>
                  <a:lnTo>
                    <a:pt x="55721" y="33814"/>
                  </a:lnTo>
                  <a:lnTo>
                    <a:pt x="55721" y="33814"/>
                  </a:lnTo>
                  <a:lnTo>
                    <a:pt x="55721" y="33814"/>
                  </a:lnTo>
                  <a:lnTo>
                    <a:pt x="55721" y="20669"/>
                  </a:lnTo>
                  <a:close/>
                  <a:moveTo>
                    <a:pt x="39243" y="138589"/>
                  </a:moveTo>
                  <a:cubicBezTo>
                    <a:pt x="39148" y="138589"/>
                    <a:pt x="38957" y="138494"/>
                    <a:pt x="38862" y="138494"/>
                  </a:cubicBezTo>
                  <a:cubicBezTo>
                    <a:pt x="34385" y="138303"/>
                    <a:pt x="30766" y="134684"/>
                    <a:pt x="30766" y="130112"/>
                  </a:cubicBezTo>
                  <a:cubicBezTo>
                    <a:pt x="30766" y="130112"/>
                    <a:pt x="30766" y="130112"/>
                    <a:pt x="30766" y="130112"/>
                  </a:cubicBezTo>
                  <a:lnTo>
                    <a:pt x="30766" y="130112"/>
                  </a:lnTo>
                  <a:cubicBezTo>
                    <a:pt x="30766" y="130016"/>
                    <a:pt x="30861" y="129921"/>
                    <a:pt x="30861" y="129826"/>
                  </a:cubicBezTo>
                  <a:cubicBezTo>
                    <a:pt x="30861" y="128778"/>
                    <a:pt x="31051" y="127730"/>
                    <a:pt x="31433" y="126778"/>
                  </a:cubicBezTo>
                  <a:cubicBezTo>
                    <a:pt x="32766" y="123730"/>
                    <a:pt x="35719" y="121634"/>
                    <a:pt x="39243" y="121634"/>
                  </a:cubicBezTo>
                  <a:cubicBezTo>
                    <a:pt x="43910" y="121634"/>
                    <a:pt x="47720" y="125444"/>
                    <a:pt x="47720" y="130112"/>
                  </a:cubicBezTo>
                  <a:cubicBezTo>
                    <a:pt x="47720" y="134779"/>
                    <a:pt x="43910" y="138589"/>
                    <a:pt x="39243" y="138589"/>
                  </a:cubicBezTo>
                  <a:close/>
                  <a:moveTo>
                    <a:pt x="59817" y="138589"/>
                  </a:moveTo>
                  <a:cubicBezTo>
                    <a:pt x="59055" y="138589"/>
                    <a:pt x="58388" y="138303"/>
                    <a:pt x="57721" y="138208"/>
                  </a:cubicBezTo>
                  <a:cubicBezTo>
                    <a:pt x="55150" y="137541"/>
                    <a:pt x="52959" y="135827"/>
                    <a:pt x="52006" y="133445"/>
                  </a:cubicBezTo>
                  <a:cubicBezTo>
                    <a:pt x="51530" y="132398"/>
                    <a:pt x="51340" y="131350"/>
                    <a:pt x="51340" y="130112"/>
                  </a:cubicBezTo>
                  <a:cubicBezTo>
                    <a:pt x="51340" y="125444"/>
                    <a:pt x="55150" y="121634"/>
                    <a:pt x="59817" y="121634"/>
                  </a:cubicBezTo>
                  <a:cubicBezTo>
                    <a:pt x="64484" y="121634"/>
                    <a:pt x="68294" y="125444"/>
                    <a:pt x="68294" y="130112"/>
                  </a:cubicBezTo>
                  <a:cubicBezTo>
                    <a:pt x="68294" y="134779"/>
                    <a:pt x="64484" y="138589"/>
                    <a:pt x="59817" y="138589"/>
                  </a:cubicBezTo>
                  <a:close/>
                  <a:moveTo>
                    <a:pt x="35528" y="104013"/>
                  </a:moveTo>
                  <a:cubicBezTo>
                    <a:pt x="34100" y="104013"/>
                    <a:pt x="32861" y="103346"/>
                    <a:pt x="32004" y="102394"/>
                  </a:cubicBezTo>
                  <a:cubicBezTo>
                    <a:pt x="31242" y="101537"/>
                    <a:pt x="30766" y="100489"/>
                    <a:pt x="30766" y="99251"/>
                  </a:cubicBezTo>
                  <a:lnTo>
                    <a:pt x="30766" y="46101"/>
                  </a:lnTo>
                  <a:lnTo>
                    <a:pt x="30766" y="46101"/>
                  </a:lnTo>
                  <a:lnTo>
                    <a:pt x="30766" y="46101"/>
                  </a:lnTo>
                  <a:lnTo>
                    <a:pt x="115157" y="46101"/>
                  </a:lnTo>
                  <a:cubicBezTo>
                    <a:pt x="112014" y="49625"/>
                    <a:pt x="110204" y="53816"/>
                    <a:pt x="110204" y="58293"/>
                  </a:cubicBezTo>
                  <a:cubicBezTo>
                    <a:pt x="110204" y="59055"/>
                    <a:pt x="110204" y="62579"/>
                    <a:pt x="110204" y="62579"/>
                  </a:cubicBezTo>
                  <a:cubicBezTo>
                    <a:pt x="110204" y="66866"/>
                    <a:pt x="112681" y="70771"/>
                    <a:pt x="116967" y="73819"/>
                  </a:cubicBezTo>
                  <a:cubicBezTo>
                    <a:pt x="116681" y="75438"/>
                    <a:pt x="116396" y="77057"/>
                    <a:pt x="116396" y="78772"/>
                  </a:cubicBezTo>
                  <a:cubicBezTo>
                    <a:pt x="116396" y="89535"/>
                    <a:pt x="122301" y="98965"/>
                    <a:pt x="130969" y="104013"/>
                  </a:cubicBezTo>
                  <a:lnTo>
                    <a:pt x="35528" y="104013"/>
                  </a:lnTo>
                  <a:close/>
                  <a:moveTo>
                    <a:pt x="188595" y="162401"/>
                  </a:moveTo>
                  <a:lnTo>
                    <a:pt x="176022" y="162401"/>
                  </a:lnTo>
                  <a:lnTo>
                    <a:pt x="176022" y="141161"/>
                  </a:lnTo>
                  <a:cubicBezTo>
                    <a:pt x="176022" y="139256"/>
                    <a:pt x="174498" y="137732"/>
                    <a:pt x="172593" y="137732"/>
                  </a:cubicBezTo>
                  <a:cubicBezTo>
                    <a:pt x="170688" y="137732"/>
                    <a:pt x="169164" y="139256"/>
                    <a:pt x="169164" y="141161"/>
                  </a:cubicBezTo>
                  <a:lnTo>
                    <a:pt x="169164" y="162401"/>
                  </a:lnTo>
                  <a:lnTo>
                    <a:pt x="124111" y="162401"/>
                  </a:lnTo>
                  <a:lnTo>
                    <a:pt x="124111" y="141161"/>
                  </a:lnTo>
                  <a:cubicBezTo>
                    <a:pt x="124111" y="139256"/>
                    <a:pt x="122587" y="137732"/>
                    <a:pt x="120682" y="137732"/>
                  </a:cubicBezTo>
                  <a:cubicBezTo>
                    <a:pt x="118777" y="137732"/>
                    <a:pt x="117253" y="139256"/>
                    <a:pt x="117253" y="141161"/>
                  </a:cubicBezTo>
                  <a:lnTo>
                    <a:pt x="117253" y="162401"/>
                  </a:lnTo>
                  <a:lnTo>
                    <a:pt x="103156" y="162401"/>
                  </a:lnTo>
                  <a:lnTo>
                    <a:pt x="103156" y="143732"/>
                  </a:lnTo>
                  <a:cubicBezTo>
                    <a:pt x="103156" y="126587"/>
                    <a:pt x="117158" y="112586"/>
                    <a:pt x="134303" y="112586"/>
                  </a:cubicBezTo>
                  <a:lnTo>
                    <a:pt x="157543" y="112586"/>
                  </a:lnTo>
                  <a:cubicBezTo>
                    <a:pt x="174688" y="112586"/>
                    <a:pt x="188690" y="126587"/>
                    <a:pt x="188690" y="143732"/>
                  </a:cubicBezTo>
                  <a:lnTo>
                    <a:pt x="188690" y="162401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</p:grpSp>
      <p:grpSp>
        <p:nvGrpSpPr>
          <p:cNvPr id="1044474320" name="Велотранспорт" hidden="1"/>
          <p:cNvGrpSpPr>
            <a:grpSpLocks noChangeAspect="1"/>
          </p:cNvGrpSpPr>
          <p:nvPr userDrawn="1"/>
        </p:nvGrpSpPr>
        <p:grpSpPr bwMode="auto">
          <a:xfrm>
            <a:off x="1254294" y="6387626"/>
            <a:ext cx="966204" cy="321812"/>
            <a:chOff x="5495924" y="3229927"/>
            <a:chExt cx="1201102" cy="400049"/>
          </a:xfrm>
          <a:solidFill>
            <a:srgbClr val="87C2A2"/>
          </a:solidFill>
        </p:grpSpPr>
        <p:sp>
          <p:nvSpPr>
            <p:cNvPr id="4" name="Полилиния: фигура 3"/>
            <p:cNvSpPr/>
            <p:nvPr/>
          </p:nvSpPr>
          <p:spPr bwMode="auto">
            <a:xfrm>
              <a:off x="5615548" y="3322320"/>
              <a:ext cx="91830" cy="116389"/>
            </a:xfrm>
            <a:custGeom>
              <a:avLst/>
              <a:gdLst>
                <a:gd name="connsiteX0" fmla="*/ 56588 w 91830"/>
                <a:gd name="connsiteY0" fmla="*/ 58102 h 116389"/>
                <a:gd name="connsiteX1" fmla="*/ 36585 w 91830"/>
                <a:gd name="connsiteY1" fmla="*/ 46672 h 116389"/>
                <a:gd name="connsiteX2" fmla="*/ 59445 w 91830"/>
                <a:gd name="connsiteY2" fmla="*/ 38100 h 116389"/>
                <a:gd name="connsiteX3" fmla="*/ 77543 w 91830"/>
                <a:gd name="connsiteY3" fmla="*/ 60008 h 116389"/>
                <a:gd name="connsiteX4" fmla="*/ 91830 w 91830"/>
                <a:gd name="connsiteY4" fmla="*/ 53340 h 116389"/>
                <a:gd name="connsiteX5" fmla="*/ 61350 w 91830"/>
                <a:gd name="connsiteY5" fmla="*/ 0 h 116389"/>
                <a:gd name="connsiteX6" fmla="*/ 5153 w 91830"/>
                <a:gd name="connsiteY6" fmla="*/ 37147 h 116389"/>
                <a:gd name="connsiteX7" fmla="*/ 1343 w 91830"/>
                <a:gd name="connsiteY7" fmla="*/ 40958 h 116389"/>
                <a:gd name="connsiteX8" fmla="*/ 5153 w 91830"/>
                <a:gd name="connsiteY8" fmla="*/ 55245 h 116389"/>
                <a:gd name="connsiteX9" fmla="*/ 5153 w 91830"/>
                <a:gd name="connsiteY9" fmla="*/ 55245 h 116389"/>
                <a:gd name="connsiteX10" fmla="*/ 39443 w 91830"/>
                <a:gd name="connsiteY10" fmla="*/ 73343 h 116389"/>
                <a:gd name="connsiteX11" fmla="*/ 36585 w 91830"/>
                <a:gd name="connsiteY11" fmla="*/ 107633 h 116389"/>
                <a:gd name="connsiteX12" fmla="*/ 42300 w 91830"/>
                <a:gd name="connsiteY12" fmla="*/ 116205 h 116389"/>
                <a:gd name="connsiteX13" fmla="*/ 50873 w 91830"/>
                <a:gd name="connsiteY13" fmla="*/ 110490 h 116389"/>
                <a:gd name="connsiteX14" fmla="*/ 60398 w 91830"/>
                <a:gd name="connsiteY14" fmla="*/ 68580 h 116389"/>
                <a:gd name="connsiteX15" fmla="*/ 56588 w 91830"/>
                <a:gd name="connsiteY15" fmla="*/ 58102 h 116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1830" h="116389" fill="norm" stroke="1" extrusionOk="0">
                  <a:moveTo>
                    <a:pt x="56588" y="58102"/>
                  </a:moveTo>
                  <a:lnTo>
                    <a:pt x="36585" y="46672"/>
                  </a:lnTo>
                  <a:lnTo>
                    <a:pt x="59445" y="38100"/>
                  </a:lnTo>
                  <a:lnTo>
                    <a:pt x="77543" y="60008"/>
                  </a:lnTo>
                  <a:cubicBezTo>
                    <a:pt x="82305" y="57150"/>
                    <a:pt x="87068" y="55245"/>
                    <a:pt x="91830" y="53340"/>
                  </a:cubicBezTo>
                  <a:lnTo>
                    <a:pt x="61350" y="0"/>
                  </a:lnTo>
                  <a:lnTo>
                    <a:pt x="5153" y="37147"/>
                  </a:lnTo>
                  <a:cubicBezTo>
                    <a:pt x="3248" y="38100"/>
                    <a:pt x="2295" y="39052"/>
                    <a:pt x="1343" y="40958"/>
                  </a:cubicBezTo>
                  <a:cubicBezTo>
                    <a:pt x="-1515" y="45720"/>
                    <a:pt x="390" y="52388"/>
                    <a:pt x="5153" y="55245"/>
                  </a:cubicBezTo>
                  <a:cubicBezTo>
                    <a:pt x="5153" y="55245"/>
                    <a:pt x="5153" y="55245"/>
                    <a:pt x="5153" y="55245"/>
                  </a:cubicBezTo>
                  <a:lnTo>
                    <a:pt x="39443" y="73343"/>
                  </a:lnTo>
                  <a:lnTo>
                    <a:pt x="36585" y="107633"/>
                  </a:lnTo>
                  <a:cubicBezTo>
                    <a:pt x="35633" y="111443"/>
                    <a:pt x="38490" y="115252"/>
                    <a:pt x="42300" y="116205"/>
                  </a:cubicBezTo>
                  <a:cubicBezTo>
                    <a:pt x="46110" y="117158"/>
                    <a:pt x="49920" y="114300"/>
                    <a:pt x="50873" y="110490"/>
                  </a:cubicBezTo>
                  <a:lnTo>
                    <a:pt x="60398" y="68580"/>
                  </a:lnTo>
                  <a:cubicBezTo>
                    <a:pt x="61350" y="64770"/>
                    <a:pt x="59445" y="60960"/>
                    <a:pt x="56588" y="58102"/>
                  </a:cubicBez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5" name="Полилиния: фигура 4"/>
            <p:cNvSpPr/>
            <p:nvPr/>
          </p:nvSpPr>
          <p:spPr bwMode="auto">
            <a:xfrm>
              <a:off x="5570220" y="3385184"/>
              <a:ext cx="72389" cy="72390"/>
            </a:xfrm>
            <a:custGeom>
              <a:avLst/>
              <a:gdLst>
                <a:gd name="connsiteX0" fmla="*/ 36195 w 72389"/>
                <a:gd name="connsiteY0" fmla="*/ 0 h 72390"/>
                <a:gd name="connsiteX1" fmla="*/ 0 w 72389"/>
                <a:gd name="connsiteY1" fmla="*/ 36195 h 72390"/>
                <a:gd name="connsiteX2" fmla="*/ 36195 w 72389"/>
                <a:gd name="connsiteY2" fmla="*/ 72390 h 72390"/>
                <a:gd name="connsiteX3" fmla="*/ 72390 w 72389"/>
                <a:gd name="connsiteY3" fmla="*/ 36195 h 72390"/>
                <a:gd name="connsiteX4" fmla="*/ 72390 w 72389"/>
                <a:gd name="connsiteY4" fmla="*/ 36195 h 72390"/>
                <a:gd name="connsiteX5" fmla="*/ 36195 w 72389"/>
                <a:gd name="connsiteY5" fmla="*/ 0 h 72390"/>
                <a:gd name="connsiteX6" fmla="*/ 15240 w 72389"/>
                <a:gd name="connsiteY6" fmla="*/ 36195 h 72390"/>
                <a:gd name="connsiteX7" fmla="*/ 36195 w 72389"/>
                <a:gd name="connsiteY7" fmla="*/ 15240 h 72390"/>
                <a:gd name="connsiteX8" fmla="*/ 57150 w 72389"/>
                <a:gd name="connsiteY8" fmla="*/ 36195 h 72390"/>
                <a:gd name="connsiteX9" fmla="*/ 36195 w 72389"/>
                <a:gd name="connsiteY9" fmla="*/ 57150 h 72390"/>
                <a:gd name="connsiteX10" fmla="*/ 36195 w 72389"/>
                <a:gd name="connsiteY10" fmla="*/ 57150 h 72390"/>
                <a:gd name="connsiteX11" fmla="*/ 15240 w 72389"/>
                <a:gd name="connsiteY11" fmla="*/ 36195 h 72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2389" h="72390" fill="norm" stroke="1" extrusionOk="0">
                  <a:moveTo>
                    <a:pt x="36195" y="0"/>
                  </a:moveTo>
                  <a:cubicBezTo>
                    <a:pt x="16192" y="0"/>
                    <a:pt x="0" y="16193"/>
                    <a:pt x="0" y="36195"/>
                  </a:cubicBezTo>
                  <a:cubicBezTo>
                    <a:pt x="0" y="56197"/>
                    <a:pt x="16192" y="72390"/>
                    <a:pt x="36195" y="72390"/>
                  </a:cubicBezTo>
                  <a:cubicBezTo>
                    <a:pt x="56197" y="72390"/>
                    <a:pt x="72390" y="56197"/>
                    <a:pt x="72390" y="36195"/>
                  </a:cubicBezTo>
                  <a:lnTo>
                    <a:pt x="72390" y="36195"/>
                  </a:lnTo>
                  <a:cubicBezTo>
                    <a:pt x="72390" y="16193"/>
                    <a:pt x="56197" y="0"/>
                    <a:pt x="36195" y="0"/>
                  </a:cubicBezTo>
                  <a:close/>
                  <a:moveTo>
                    <a:pt x="15240" y="36195"/>
                  </a:moveTo>
                  <a:cubicBezTo>
                    <a:pt x="15240" y="24765"/>
                    <a:pt x="24765" y="15240"/>
                    <a:pt x="36195" y="15240"/>
                  </a:cubicBezTo>
                  <a:cubicBezTo>
                    <a:pt x="47625" y="15240"/>
                    <a:pt x="57150" y="24765"/>
                    <a:pt x="57150" y="36195"/>
                  </a:cubicBezTo>
                  <a:cubicBezTo>
                    <a:pt x="57150" y="47625"/>
                    <a:pt x="47625" y="57150"/>
                    <a:pt x="36195" y="57150"/>
                  </a:cubicBezTo>
                  <a:cubicBezTo>
                    <a:pt x="36195" y="57150"/>
                    <a:pt x="36195" y="57150"/>
                    <a:pt x="36195" y="57150"/>
                  </a:cubicBezTo>
                  <a:cubicBezTo>
                    <a:pt x="24765" y="56197"/>
                    <a:pt x="15240" y="47625"/>
                    <a:pt x="15240" y="36195"/>
                  </a:cubicBez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6" name="Полилиния: фигура 5"/>
            <p:cNvSpPr/>
            <p:nvPr/>
          </p:nvSpPr>
          <p:spPr bwMode="auto">
            <a:xfrm>
              <a:off x="5681662" y="3385184"/>
              <a:ext cx="72390" cy="72390"/>
            </a:xfrm>
            <a:custGeom>
              <a:avLst/>
              <a:gdLst>
                <a:gd name="connsiteX0" fmla="*/ 36195 w 72390"/>
                <a:gd name="connsiteY0" fmla="*/ 0 h 72390"/>
                <a:gd name="connsiteX1" fmla="*/ 0 w 72390"/>
                <a:gd name="connsiteY1" fmla="*/ 36195 h 72390"/>
                <a:gd name="connsiteX2" fmla="*/ 36195 w 72390"/>
                <a:gd name="connsiteY2" fmla="*/ 72390 h 72390"/>
                <a:gd name="connsiteX3" fmla="*/ 72390 w 72390"/>
                <a:gd name="connsiteY3" fmla="*/ 36195 h 72390"/>
                <a:gd name="connsiteX4" fmla="*/ 72390 w 72390"/>
                <a:gd name="connsiteY4" fmla="*/ 36195 h 72390"/>
                <a:gd name="connsiteX5" fmla="*/ 36195 w 72390"/>
                <a:gd name="connsiteY5" fmla="*/ 0 h 72390"/>
                <a:gd name="connsiteX6" fmla="*/ 15240 w 72390"/>
                <a:gd name="connsiteY6" fmla="*/ 36195 h 72390"/>
                <a:gd name="connsiteX7" fmla="*/ 36195 w 72390"/>
                <a:gd name="connsiteY7" fmla="*/ 15240 h 72390"/>
                <a:gd name="connsiteX8" fmla="*/ 57150 w 72390"/>
                <a:gd name="connsiteY8" fmla="*/ 36195 h 72390"/>
                <a:gd name="connsiteX9" fmla="*/ 36195 w 72390"/>
                <a:gd name="connsiteY9" fmla="*/ 57150 h 72390"/>
                <a:gd name="connsiteX10" fmla="*/ 36195 w 72390"/>
                <a:gd name="connsiteY10" fmla="*/ 57150 h 72390"/>
                <a:gd name="connsiteX11" fmla="*/ 15240 w 72390"/>
                <a:gd name="connsiteY11" fmla="*/ 36195 h 72390"/>
                <a:gd name="connsiteX12" fmla="*/ 15240 w 72390"/>
                <a:gd name="connsiteY12" fmla="*/ 36195 h 72390"/>
                <a:gd name="connsiteX13" fmla="*/ 15240 w 72390"/>
                <a:gd name="connsiteY13" fmla="*/ 36195 h 72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2390" h="72390" fill="norm" stroke="1" extrusionOk="0">
                  <a:moveTo>
                    <a:pt x="36195" y="0"/>
                  </a:moveTo>
                  <a:cubicBezTo>
                    <a:pt x="16193" y="0"/>
                    <a:pt x="0" y="16193"/>
                    <a:pt x="0" y="36195"/>
                  </a:cubicBezTo>
                  <a:cubicBezTo>
                    <a:pt x="0" y="56197"/>
                    <a:pt x="16193" y="72390"/>
                    <a:pt x="36195" y="72390"/>
                  </a:cubicBezTo>
                  <a:cubicBezTo>
                    <a:pt x="56197" y="72390"/>
                    <a:pt x="72390" y="56197"/>
                    <a:pt x="72390" y="36195"/>
                  </a:cubicBezTo>
                  <a:lnTo>
                    <a:pt x="72390" y="36195"/>
                  </a:lnTo>
                  <a:cubicBezTo>
                    <a:pt x="72390" y="16193"/>
                    <a:pt x="56197" y="0"/>
                    <a:pt x="36195" y="0"/>
                  </a:cubicBezTo>
                  <a:close/>
                  <a:moveTo>
                    <a:pt x="15240" y="36195"/>
                  </a:moveTo>
                  <a:cubicBezTo>
                    <a:pt x="15240" y="24765"/>
                    <a:pt x="24765" y="15240"/>
                    <a:pt x="36195" y="15240"/>
                  </a:cubicBezTo>
                  <a:cubicBezTo>
                    <a:pt x="47625" y="15240"/>
                    <a:pt x="57150" y="24765"/>
                    <a:pt x="57150" y="36195"/>
                  </a:cubicBezTo>
                  <a:cubicBezTo>
                    <a:pt x="57150" y="47625"/>
                    <a:pt x="47625" y="57150"/>
                    <a:pt x="36195" y="57150"/>
                  </a:cubicBezTo>
                  <a:cubicBezTo>
                    <a:pt x="36195" y="57150"/>
                    <a:pt x="36195" y="57150"/>
                    <a:pt x="36195" y="57150"/>
                  </a:cubicBezTo>
                  <a:cubicBezTo>
                    <a:pt x="24765" y="56197"/>
                    <a:pt x="15240" y="47625"/>
                    <a:pt x="15240" y="36195"/>
                  </a:cubicBezTo>
                  <a:cubicBezTo>
                    <a:pt x="15240" y="36195"/>
                    <a:pt x="15240" y="36195"/>
                    <a:pt x="15240" y="36195"/>
                  </a:cubicBezTo>
                  <a:lnTo>
                    <a:pt x="15240" y="36195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8" name="Полилиния: фигура 7"/>
            <p:cNvSpPr/>
            <p:nvPr/>
          </p:nvSpPr>
          <p:spPr bwMode="auto">
            <a:xfrm>
              <a:off x="5689282" y="3308984"/>
              <a:ext cx="32385" cy="32385"/>
            </a:xfrm>
            <a:custGeom>
              <a:avLst/>
              <a:gdLst>
                <a:gd name="connsiteX0" fmla="*/ 16193 w 32385"/>
                <a:gd name="connsiteY0" fmla="*/ 32385 h 32385"/>
                <a:gd name="connsiteX1" fmla="*/ 32385 w 32385"/>
                <a:gd name="connsiteY1" fmla="*/ 16193 h 32385"/>
                <a:gd name="connsiteX2" fmla="*/ 16193 w 32385"/>
                <a:gd name="connsiteY2" fmla="*/ 0 h 32385"/>
                <a:gd name="connsiteX3" fmla="*/ 0 w 32385"/>
                <a:gd name="connsiteY3" fmla="*/ 16193 h 32385"/>
                <a:gd name="connsiteX4" fmla="*/ 0 w 32385"/>
                <a:gd name="connsiteY4" fmla="*/ 16193 h 32385"/>
                <a:gd name="connsiteX5" fmla="*/ 16193 w 32385"/>
                <a:gd name="connsiteY5" fmla="*/ 32385 h 323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385" h="32385" fill="norm" stroke="1" extrusionOk="0">
                  <a:moveTo>
                    <a:pt x="16193" y="32385"/>
                  </a:moveTo>
                  <a:cubicBezTo>
                    <a:pt x="24765" y="32385"/>
                    <a:pt x="32385" y="24765"/>
                    <a:pt x="32385" y="16193"/>
                  </a:cubicBezTo>
                  <a:cubicBezTo>
                    <a:pt x="32385" y="7620"/>
                    <a:pt x="24765" y="0"/>
                    <a:pt x="16193" y="0"/>
                  </a:cubicBezTo>
                  <a:cubicBezTo>
                    <a:pt x="7620" y="0"/>
                    <a:pt x="0" y="7620"/>
                    <a:pt x="0" y="16193"/>
                  </a:cubicBezTo>
                  <a:lnTo>
                    <a:pt x="0" y="16193"/>
                  </a:lnTo>
                  <a:cubicBezTo>
                    <a:pt x="0" y="25718"/>
                    <a:pt x="7620" y="32385"/>
                    <a:pt x="16193" y="32385"/>
                  </a:cubicBez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9" name="Полилиния: фигура 8"/>
            <p:cNvSpPr/>
            <p:nvPr/>
          </p:nvSpPr>
          <p:spPr bwMode="auto">
            <a:xfrm>
              <a:off x="5495924" y="3229927"/>
              <a:ext cx="331470" cy="400049"/>
            </a:xfrm>
            <a:custGeom>
              <a:avLst/>
              <a:gdLst>
                <a:gd name="connsiteX0" fmla="*/ 146685 w 331470"/>
                <a:gd name="connsiteY0" fmla="*/ 381000 h 400049"/>
                <a:gd name="connsiteX1" fmla="*/ 165735 w 331470"/>
                <a:gd name="connsiteY1" fmla="*/ 400050 h 400049"/>
                <a:gd name="connsiteX2" fmla="*/ 282893 w 331470"/>
                <a:gd name="connsiteY2" fmla="*/ 282893 h 400049"/>
                <a:gd name="connsiteX3" fmla="*/ 282893 w 331470"/>
                <a:gd name="connsiteY3" fmla="*/ 48578 h 400049"/>
                <a:gd name="connsiteX4" fmla="*/ 48578 w 331470"/>
                <a:gd name="connsiteY4" fmla="*/ 48578 h 400049"/>
                <a:gd name="connsiteX5" fmla="*/ 48578 w 331470"/>
                <a:gd name="connsiteY5" fmla="*/ 282893 h 400049"/>
                <a:gd name="connsiteX6" fmla="*/ 58103 w 331470"/>
                <a:gd name="connsiteY6" fmla="*/ 286703 h 400049"/>
                <a:gd name="connsiteX7" fmla="*/ 71438 w 331470"/>
                <a:gd name="connsiteY7" fmla="*/ 273368 h 400049"/>
                <a:gd name="connsiteX8" fmla="*/ 67628 w 331470"/>
                <a:gd name="connsiteY8" fmla="*/ 262890 h 400049"/>
                <a:gd name="connsiteX9" fmla="*/ 67628 w 331470"/>
                <a:gd name="connsiteY9" fmla="*/ 66675 h 400049"/>
                <a:gd name="connsiteX10" fmla="*/ 263843 w 331470"/>
                <a:gd name="connsiteY10" fmla="*/ 66675 h 400049"/>
                <a:gd name="connsiteX11" fmla="*/ 263843 w 331470"/>
                <a:gd name="connsiteY11" fmla="*/ 262890 h 400049"/>
                <a:gd name="connsiteX12" fmla="*/ 146685 w 331470"/>
                <a:gd name="connsiteY12" fmla="*/ 381000 h 400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31470" h="400049" fill="norm" stroke="1" extrusionOk="0">
                  <a:moveTo>
                    <a:pt x="146685" y="381000"/>
                  </a:moveTo>
                  <a:lnTo>
                    <a:pt x="165735" y="400050"/>
                  </a:lnTo>
                  <a:lnTo>
                    <a:pt x="282893" y="282893"/>
                  </a:lnTo>
                  <a:cubicBezTo>
                    <a:pt x="347663" y="218123"/>
                    <a:pt x="347663" y="112395"/>
                    <a:pt x="282893" y="48578"/>
                  </a:cubicBezTo>
                  <a:cubicBezTo>
                    <a:pt x="218123" y="-16193"/>
                    <a:pt x="112395" y="-16193"/>
                    <a:pt x="48578" y="48578"/>
                  </a:cubicBezTo>
                  <a:cubicBezTo>
                    <a:pt x="-16193" y="113348"/>
                    <a:pt x="-16193" y="218123"/>
                    <a:pt x="48578" y="282893"/>
                  </a:cubicBezTo>
                  <a:cubicBezTo>
                    <a:pt x="51435" y="285750"/>
                    <a:pt x="54293" y="286703"/>
                    <a:pt x="58103" y="286703"/>
                  </a:cubicBezTo>
                  <a:cubicBezTo>
                    <a:pt x="65723" y="286703"/>
                    <a:pt x="71438" y="280988"/>
                    <a:pt x="71438" y="273368"/>
                  </a:cubicBezTo>
                  <a:cubicBezTo>
                    <a:pt x="71438" y="269558"/>
                    <a:pt x="69533" y="265748"/>
                    <a:pt x="67628" y="262890"/>
                  </a:cubicBezTo>
                  <a:cubicBezTo>
                    <a:pt x="13335" y="208598"/>
                    <a:pt x="13335" y="120015"/>
                    <a:pt x="67628" y="66675"/>
                  </a:cubicBezTo>
                  <a:cubicBezTo>
                    <a:pt x="121920" y="12383"/>
                    <a:pt x="210503" y="12383"/>
                    <a:pt x="263843" y="66675"/>
                  </a:cubicBezTo>
                  <a:cubicBezTo>
                    <a:pt x="318135" y="120968"/>
                    <a:pt x="318135" y="208598"/>
                    <a:pt x="263843" y="262890"/>
                  </a:cubicBezTo>
                  <a:lnTo>
                    <a:pt x="146685" y="381000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" name="Полилиния: фигура 9"/>
            <p:cNvSpPr/>
            <p:nvPr/>
          </p:nvSpPr>
          <p:spPr bwMode="auto">
            <a:xfrm>
              <a:off x="5912167" y="3362324"/>
              <a:ext cx="58193" cy="75247"/>
            </a:xfrm>
            <a:custGeom>
              <a:avLst/>
              <a:gdLst>
                <a:gd name="connsiteX0" fmla="*/ 0 w 58193"/>
                <a:gd name="connsiteY0" fmla="*/ 0 h 75247"/>
                <a:gd name="connsiteX1" fmla="*/ 30480 w 58193"/>
                <a:gd name="connsiteY1" fmla="*/ 0 h 75247"/>
                <a:gd name="connsiteX2" fmla="*/ 52388 w 58193"/>
                <a:gd name="connsiteY2" fmla="*/ 18097 h 75247"/>
                <a:gd name="connsiteX3" fmla="*/ 43815 w 58193"/>
                <a:gd name="connsiteY3" fmla="*/ 33338 h 75247"/>
                <a:gd name="connsiteX4" fmla="*/ 43815 w 58193"/>
                <a:gd name="connsiteY4" fmla="*/ 33338 h 75247"/>
                <a:gd name="connsiteX5" fmla="*/ 58102 w 58193"/>
                <a:gd name="connsiteY5" fmla="*/ 52388 h 75247"/>
                <a:gd name="connsiteX6" fmla="*/ 34290 w 58193"/>
                <a:gd name="connsiteY6" fmla="*/ 75248 h 75247"/>
                <a:gd name="connsiteX7" fmla="*/ 32385 w 58193"/>
                <a:gd name="connsiteY7" fmla="*/ 75248 h 75247"/>
                <a:gd name="connsiteX8" fmla="*/ 0 w 58193"/>
                <a:gd name="connsiteY8" fmla="*/ 75248 h 75247"/>
                <a:gd name="connsiteX9" fmla="*/ 0 w 58193"/>
                <a:gd name="connsiteY9" fmla="*/ 0 h 75247"/>
                <a:gd name="connsiteX10" fmla="*/ 27622 w 58193"/>
                <a:gd name="connsiteY10" fmla="*/ 29528 h 75247"/>
                <a:gd name="connsiteX11" fmla="*/ 36195 w 58193"/>
                <a:gd name="connsiteY11" fmla="*/ 21907 h 75247"/>
                <a:gd name="connsiteX12" fmla="*/ 27622 w 58193"/>
                <a:gd name="connsiteY12" fmla="*/ 14288 h 75247"/>
                <a:gd name="connsiteX13" fmla="*/ 27622 w 58193"/>
                <a:gd name="connsiteY13" fmla="*/ 14288 h 75247"/>
                <a:gd name="connsiteX14" fmla="*/ 16193 w 58193"/>
                <a:gd name="connsiteY14" fmla="*/ 14288 h 75247"/>
                <a:gd name="connsiteX15" fmla="*/ 16193 w 58193"/>
                <a:gd name="connsiteY15" fmla="*/ 29528 h 75247"/>
                <a:gd name="connsiteX16" fmla="*/ 27622 w 58193"/>
                <a:gd name="connsiteY16" fmla="*/ 29528 h 75247"/>
                <a:gd name="connsiteX17" fmla="*/ 30480 w 58193"/>
                <a:gd name="connsiteY17" fmla="*/ 60960 h 75247"/>
                <a:gd name="connsiteX18" fmla="*/ 40005 w 58193"/>
                <a:gd name="connsiteY18" fmla="*/ 51435 h 75247"/>
                <a:gd name="connsiteX19" fmla="*/ 30480 w 58193"/>
                <a:gd name="connsiteY19" fmla="*/ 41910 h 75247"/>
                <a:gd name="connsiteX20" fmla="*/ 16193 w 58193"/>
                <a:gd name="connsiteY20" fmla="*/ 41910 h 75247"/>
                <a:gd name="connsiteX21" fmla="*/ 16193 w 58193"/>
                <a:gd name="connsiteY21" fmla="*/ 60960 h 75247"/>
                <a:gd name="connsiteX22" fmla="*/ 30480 w 58193"/>
                <a:gd name="connsiteY22" fmla="*/ 60960 h 752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58193" h="75247" fill="norm" stroke="1" extrusionOk="0">
                  <a:moveTo>
                    <a:pt x="0" y="0"/>
                  </a:moveTo>
                  <a:lnTo>
                    <a:pt x="30480" y="0"/>
                  </a:lnTo>
                  <a:cubicBezTo>
                    <a:pt x="44768" y="0"/>
                    <a:pt x="52388" y="8572"/>
                    <a:pt x="52388" y="18097"/>
                  </a:cubicBezTo>
                  <a:cubicBezTo>
                    <a:pt x="52388" y="23813"/>
                    <a:pt x="49530" y="29528"/>
                    <a:pt x="43815" y="33338"/>
                  </a:cubicBezTo>
                  <a:lnTo>
                    <a:pt x="43815" y="33338"/>
                  </a:lnTo>
                  <a:cubicBezTo>
                    <a:pt x="52388" y="35243"/>
                    <a:pt x="59055" y="43815"/>
                    <a:pt x="58102" y="52388"/>
                  </a:cubicBezTo>
                  <a:cubicBezTo>
                    <a:pt x="58102" y="65723"/>
                    <a:pt x="46672" y="75248"/>
                    <a:pt x="34290" y="75248"/>
                  </a:cubicBezTo>
                  <a:cubicBezTo>
                    <a:pt x="33338" y="75248"/>
                    <a:pt x="33338" y="75248"/>
                    <a:pt x="32385" y="75248"/>
                  </a:cubicBezTo>
                  <a:lnTo>
                    <a:pt x="0" y="75248"/>
                  </a:lnTo>
                  <a:lnTo>
                    <a:pt x="0" y="0"/>
                  </a:lnTo>
                  <a:close/>
                  <a:moveTo>
                    <a:pt x="27622" y="29528"/>
                  </a:moveTo>
                  <a:cubicBezTo>
                    <a:pt x="32385" y="29528"/>
                    <a:pt x="35243" y="26670"/>
                    <a:pt x="36195" y="21907"/>
                  </a:cubicBezTo>
                  <a:cubicBezTo>
                    <a:pt x="36195" y="17145"/>
                    <a:pt x="32385" y="14288"/>
                    <a:pt x="27622" y="14288"/>
                  </a:cubicBezTo>
                  <a:cubicBezTo>
                    <a:pt x="27622" y="14288"/>
                    <a:pt x="27622" y="14288"/>
                    <a:pt x="27622" y="14288"/>
                  </a:cubicBezTo>
                  <a:lnTo>
                    <a:pt x="16193" y="14288"/>
                  </a:lnTo>
                  <a:lnTo>
                    <a:pt x="16193" y="29528"/>
                  </a:lnTo>
                  <a:lnTo>
                    <a:pt x="27622" y="29528"/>
                  </a:lnTo>
                  <a:close/>
                  <a:moveTo>
                    <a:pt x="30480" y="60960"/>
                  </a:moveTo>
                  <a:cubicBezTo>
                    <a:pt x="36195" y="60960"/>
                    <a:pt x="40005" y="57150"/>
                    <a:pt x="40005" y="51435"/>
                  </a:cubicBezTo>
                  <a:cubicBezTo>
                    <a:pt x="40005" y="45720"/>
                    <a:pt x="36195" y="41910"/>
                    <a:pt x="30480" y="41910"/>
                  </a:cubicBezTo>
                  <a:lnTo>
                    <a:pt x="16193" y="41910"/>
                  </a:lnTo>
                  <a:lnTo>
                    <a:pt x="16193" y="60960"/>
                  </a:lnTo>
                  <a:lnTo>
                    <a:pt x="30480" y="60960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1" name="Полилиния: фигура 10"/>
            <p:cNvSpPr/>
            <p:nvPr/>
          </p:nvSpPr>
          <p:spPr bwMode="auto">
            <a:xfrm>
              <a:off x="5978782" y="3381375"/>
              <a:ext cx="52447" cy="56343"/>
            </a:xfrm>
            <a:custGeom>
              <a:avLst/>
              <a:gdLst>
                <a:gd name="connsiteX0" fmla="*/ 60 w 52447"/>
                <a:gd name="connsiteY0" fmla="*/ 28575 h 56343"/>
                <a:gd name="connsiteX1" fmla="*/ 23873 w 52447"/>
                <a:gd name="connsiteY1" fmla="*/ 0 h 56343"/>
                <a:gd name="connsiteX2" fmla="*/ 26730 w 52447"/>
                <a:gd name="connsiteY2" fmla="*/ 0 h 56343"/>
                <a:gd name="connsiteX3" fmla="*/ 52448 w 52447"/>
                <a:gd name="connsiteY3" fmla="*/ 29528 h 56343"/>
                <a:gd name="connsiteX4" fmla="*/ 52448 w 52447"/>
                <a:gd name="connsiteY4" fmla="*/ 33338 h 56343"/>
                <a:gd name="connsiteX5" fmla="*/ 16253 w 52447"/>
                <a:gd name="connsiteY5" fmla="*/ 33338 h 56343"/>
                <a:gd name="connsiteX6" fmla="*/ 28635 w 52447"/>
                <a:gd name="connsiteY6" fmla="*/ 42863 h 56343"/>
                <a:gd name="connsiteX7" fmla="*/ 40065 w 52447"/>
                <a:gd name="connsiteY7" fmla="*/ 38100 h 56343"/>
                <a:gd name="connsiteX8" fmla="*/ 50543 w 52447"/>
                <a:gd name="connsiteY8" fmla="*/ 47625 h 56343"/>
                <a:gd name="connsiteX9" fmla="*/ 27683 w 52447"/>
                <a:gd name="connsiteY9" fmla="*/ 56197 h 56343"/>
                <a:gd name="connsiteX10" fmla="*/ 60 w 52447"/>
                <a:gd name="connsiteY10" fmla="*/ 29528 h 56343"/>
                <a:gd name="connsiteX11" fmla="*/ 60 w 52447"/>
                <a:gd name="connsiteY11" fmla="*/ 28575 h 56343"/>
                <a:gd name="connsiteX12" fmla="*/ 36255 w 52447"/>
                <a:gd name="connsiteY12" fmla="*/ 22860 h 56343"/>
                <a:gd name="connsiteX13" fmla="*/ 26730 w 52447"/>
                <a:gd name="connsiteY13" fmla="*/ 13335 h 56343"/>
                <a:gd name="connsiteX14" fmla="*/ 17205 w 52447"/>
                <a:gd name="connsiteY14" fmla="*/ 22860 h 56343"/>
                <a:gd name="connsiteX15" fmla="*/ 36255 w 52447"/>
                <a:gd name="connsiteY15" fmla="*/ 22860 h 563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447" h="56343" fill="norm" stroke="1" extrusionOk="0">
                  <a:moveTo>
                    <a:pt x="60" y="28575"/>
                  </a:moveTo>
                  <a:cubicBezTo>
                    <a:pt x="-892" y="14288"/>
                    <a:pt x="9585" y="953"/>
                    <a:pt x="23873" y="0"/>
                  </a:cubicBezTo>
                  <a:cubicBezTo>
                    <a:pt x="24825" y="0"/>
                    <a:pt x="25778" y="0"/>
                    <a:pt x="26730" y="0"/>
                  </a:cubicBezTo>
                  <a:cubicBezTo>
                    <a:pt x="41018" y="0"/>
                    <a:pt x="52448" y="8572"/>
                    <a:pt x="52448" y="29528"/>
                  </a:cubicBezTo>
                  <a:lnTo>
                    <a:pt x="52448" y="33338"/>
                  </a:lnTo>
                  <a:lnTo>
                    <a:pt x="16253" y="33338"/>
                  </a:lnTo>
                  <a:cubicBezTo>
                    <a:pt x="17205" y="39053"/>
                    <a:pt x="22920" y="43815"/>
                    <a:pt x="28635" y="42863"/>
                  </a:cubicBezTo>
                  <a:cubicBezTo>
                    <a:pt x="33398" y="42863"/>
                    <a:pt x="37208" y="40957"/>
                    <a:pt x="40065" y="38100"/>
                  </a:cubicBezTo>
                  <a:lnTo>
                    <a:pt x="50543" y="47625"/>
                  </a:lnTo>
                  <a:cubicBezTo>
                    <a:pt x="44828" y="53340"/>
                    <a:pt x="36255" y="57150"/>
                    <a:pt x="27683" y="56197"/>
                  </a:cubicBezTo>
                  <a:cubicBezTo>
                    <a:pt x="12443" y="56197"/>
                    <a:pt x="1013" y="44768"/>
                    <a:pt x="60" y="29528"/>
                  </a:cubicBezTo>
                  <a:cubicBezTo>
                    <a:pt x="60" y="30480"/>
                    <a:pt x="60" y="29528"/>
                    <a:pt x="60" y="28575"/>
                  </a:cubicBezTo>
                  <a:close/>
                  <a:moveTo>
                    <a:pt x="36255" y="22860"/>
                  </a:moveTo>
                  <a:cubicBezTo>
                    <a:pt x="36255" y="17145"/>
                    <a:pt x="32445" y="13335"/>
                    <a:pt x="26730" y="13335"/>
                  </a:cubicBezTo>
                  <a:cubicBezTo>
                    <a:pt x="21968" y="13335"/>
                    <a:pt x="17205" y="18097"/>
                    <a:pt x="17205" y="22860"/>
                  </a:cubicBezTo>
                  <a:lnTo>
                    <a:pt x="36255" y="22860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3" name="Полилиния: фигура 12"/>
            <p:cNvSpPr/>
            <p:nvPr/>
          </p:nvSpPr>
          <p:spPr bwMode="auto">
            <a:xfrm>
              <a:off x="6036944" y="3384232"/>
              <a:ext cx="53340" cy="54292"/>
            </a:xfrm>
            <a:custGeom>
              <a:avLst/>
              <a:gdLst>
                <a:gd name="connsiteX0" fmla="*/ 0 w 53340"/>
                <a:gd name="connsiteY0" fmla="*/ 53340 h 54292"/>
                <a:gd name="connsiteX1" fmla="*/ 0 w 53340"/>
                <a:gd name="connsiteY1" fmla="*/ 41910 h 54292"/>
                <a:gd name="connsiteX2" fmla="*/ 2857 w 53340"/>
                <a:gd name="connsiteY2" fmla="*/ 42863 h 54292"/>
                <a:gd name="connsiteX3" fmla="*/ 8573 w 53340"/>
                <a:gd name="connsiteY3" fmla="*/ 30480 h 54292"/>
                <a:gd name="connsiteX4" fmla="*/ 9525 w 53340"/>
                <a:gd name="connsiteY4" fmla="*/ 0 h 54292"/>
                <a:gd name="connsiteX5" fmla="*/ 53340 w 53340"/>
                <a:gd name="connsiteY5" fmla="*/ 0 h 54292"/>
                <a:gd name="connsiteX6" fmla="*/ 53340 w 53340"/>
                <a:gd name="connsiteY6" fmla="*/ 54293 h 54292"/>
                <a:gd name="connsiteX7" fmla="*/ 38100 w 53340"/>
                <a:gd name="connsiteY7" fmla="*/ 54293 h 54292"/>
                <a:gd name="connsiteX8" fmla="*/ 38100 w 53340"/>
                <a:gd name="connsiteY8" fmla="*/ 14288 h 54292"/>
                <a:gd name="connsiteX9" fmla="*/ 23813 w 53340"/>
                <a:gd name="connsiteY9" fmla="*/ 14288 h 54292"/>
                <a:gd name="connsiteX10" fmla="*/ 22860 w 53340"/>
                <a:gd name="connsiteY10" fmla="*/ 30480 h 54292"/>
                <a:gd name="connsiteX11" fmla="*/ 6668 w 53340"/>
                <a:gd name="connsiteY11" fmla="*/ 54293 h 54292"/>
                <a:gd name="connsiteX12" fmla="*/ 0 w 53340"/>
                <a:gd name="connsiteY12" fmla="*/ 53340 h 54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3340" h="54292" fill="norm" stroke="1" extrusionOk="0">
                  <a:moveTo>
                    <a:pt x="0" y="53340"/>
                  </a:moveTo>
                  <a:lnTo>
                    <a:pt x="0" y="41910"/>
                  </a:lnTo>
                  <a:cubicBezTo>
                    <a:pt x="953" y="41910"/>
                    <a:pt x="1905" y="42863"/>
                    <a:pt x="2857" y="42863"/>
                  </a:cubicBezTo>
                  <a:cubicBezTo>
                    <a:pt x="6668" y="42863"/>
                    <a:pt x="7620" y="40005"/>
                    <a:pt x="8573" y="30480"/>
                  </a:cubicBezTo>
                  <a:cubicBezTo>
                    <a:pt x="9525" y="11430"/>
                    <a:pt x="9525" y="0"/>
                    <a:pt x="9525" y="0"/>
                  </a:cubicBezTo>
                  <a:lnTo>
                    <a:pt x="53340" y="0"/>
                  </a:lnTo>
                  <a:lnTo>
                    <a:pt x="53340" y="54293"/>
                  </a:lnTo>
                  <a:lnTo>
                    <a:pt x="38100" y="54293"/>
                  </a:lnTo>
                  <a:lnTo>
                    <a:pt x="38100" y="14288"/>
                  </a:lnTo>
                  <a:lnTo>
                    <a:pt x="23813" y="14288"/>
                  </a:lnTo>
                  <a:cubicBezTo>
                    <a:pt x="23813" y="18098"/>
                    <a:pt x="23813" y="23813"/>
                    <a:pt x="22860" y="30480"/>
                  </a:cubicBezTo>
                  <a:cubicBezTo>
                    <a:pt x="21907" y="44768"/>
                    <a:pt x="19050" y="54293"/>
                    <a:pt x="6668" y="54293"/>
                  </a:cubicBezTo>
                  <a:cubicBezTo>
                    <a:pt x="3810" y="54293"/>
                    <a:pt x="1905" y="53340"/>
                    <a:pt x="0" y="53340"/>
                  </a:cubicBez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4" name="Полилиния: фигура 13"/>
            <p:cNvSpPr/>
            <p:nvPr/>
          </p:nvSpPr>
          <p:spPr bwMode="auto">
            <a:xfrm>
              <a:off x="6101714" y="3383228"/>
              <a:ext cx="55296" cy="55351"/>
            </a:xfrm>
            <a:custGeom>
              <a:avLst/>
              <a:gdLst>
                <a:gd name="connsiteX0" fmla="*/ 0 w 55296"/>
                <a:gd name="connsiteY0" fmla="*/ 26722 h 55351"/>
                <a:gd name="connsiteX1" fmla="*/ 28575 w 55296"/>
                <a:gd name="connsiteY1" fmla="*/ 52 h 55351"/>
                <a:gd name="connsiteX2" fmla="*/ 55245 w 55296"/>
                <a:gd name="connsiteY2" fmla="*/ 28627 h 55351"/>
                <a:gd name="connsiteX3" fmla="*/ 27623 w 55296"/>
                <a:gd name="connsiteY3" fmla="*/ 55297 h 55351"/>
                <a:gd name="connsiteX4" fmla="*/ 0 w 55296"/>
                <a:gd name="connsiteY4" fmla="*/ 29579 h 55351"/>
                <a:gd name="connsiteX5" fmla="*/ 0 w 55296"/>
                <a:gd name="connsiteY5" fmla="*/ 26722 h 55351"/>
                <a:gd name="connsiteX6" fmla="*/ 39052 w 55296"/>
                <a:gd name="connsiteY6" fmla="*/ 26722 h 55351"/>
                <a:gd name="connsiteX7" fmla="*/ 27623 w 55296"/>
                <a:gd name="connsiteY7" fmla="*/ 12434 h 55351"/>
                <a:gd name="connsiteX8" fmla="*/ 16193 w 55296"/>
                <a:gd name="connsiteY8" fmla="*/ 26722 h 55351"/>
                <a:gd name="connsiteX9" fmla="*/ 27623 w 55296"/>
                <a:gd name="connsiteY9" fmla="*/ 41009 h 55351"/>
                <a:gd name="connsiteX10" fmla="*/ 39052 w 55296"/>
                <a:gd name="connsiteY10" fmla="*/ 26722 h 55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5296" h="55351" fill="norm" stroke="1" extrusionOk="0">
                  <a:moveTo>
                    <a:pt x="0" y="26722"/>
                  </a:moveTo>
                  <a:cubicBezTo>
                    <a:pt x="953" y="11482"/>
                    <a:pt x="13335" y="-901"/>
                    <a:pt x="28575" y="52"/>
                  </a:cubicBezTo>
                  <a:cubicBezTo>
                    <a:pt x="43815" y="1004"/>
                    <a:pt x="56198" y="13387"/>
                    <a:pt x="55245" y="28627"/>
                  </a:cubicBezTo>
                  <a:cubicBezTo>
                    <a:pt x="54293" y="43867"/>
                    <a:pt x="42863" y="55297"/>
                    <a:pt x="27623" y="55297"/>
                  </a:cubicBezTo>
                  <a:cubicBezTo>
                    <a:pt x="13335" y="56249"/>
                    <a:pt x="953" y="44819"/>
                    <a:pt x="0" y="29579"/>
                  </a:cubicBezTo>
                  <a:cubicBezTo>
                    <a:pt x="0" y="28627"/>
                    <a:pt x="0" y="27674"/>
                    <a:pt x="0" y="26722"/>
                  </a:cubicBezTo>
                  <a:close/>
                  <a:moveTo>
                    <a:pt x="39052" y="26722"/>
                  </a:moveTo>
                  <a:cubicBezTo>
                    <a:pt x="39052" y="18149"/>
                    <a:pt x="35243" y="12434"/>
                    <a:pt x="27623" y="12434"/>
                  </a:cubicBezTo>
                  <a:cubicBezTo>
                    <a:pt x="20002" y="12434"/>
                    <a:pt x="16193" y="18149"/>
                    <a:pt x="16193" y="26722"/>
                  </a:cubicBezTo>
                  <a:cubicBezTo>
                    <a:pt x="16193" y="35294"/>
                    <a:pt x="20955" y="41009"/>
                    <a:pt x="27623" y="41009"/>
                  </a:cubicBezTo>
                  <a:cubicBezTo>
                    <a:pt x="34290" y="41009"/>
                    <a:pt x="39052" y="35294"/>
                    <a:pt x="39052" y="26722"/>
                  </a:cubicBez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5" name="Полилиния: фигура 14"/>
            <p:cNvSpPr/>
            <p:nvPr/>
          </p:nvSpPr>
          <p:spPr bwMode="auto">
            <a:xfrm>
              <a:off x="6162675" y="3383280"/>
              <a:ext cx="48577" cy="53339"/>
            </a:xfrm>
            <a:custGeom>
              <a:avLst/>
              <a:gdLst>
                <a:gd name="connsiteX0" fmla="*/ 16192 w 48577"/>
                <a:gd name="connsiteY0" fmla="*/ 13335 h 53339"/>
                <a:gd name="connsiteX1" fmla="*/ 0 w 48577"/>
                <a:gd name="connsiteY1" fmla="*/ 13335 h 53339"/>
                <a:gd name="connsiteX2" fmla="*/ 0 w 48577"/>
                <a:gd name="connsiteY2" fmla="*/ 0 h 53339"/>
                <a:gd name="connsiteX3" fmla="*/ 48577 w 48577"/>
                <a:gd name="connsiteY3" fmla="*/ 0 h 53339"/>
                <a:gd name="connsiteX4" fmla="*/ 43815 w 48577"/>
                <a:gd name="connsiteY4" fmla="*/ 13335 h 53339"/>
                <a:gd name="connsiteX5" fmla="*/ 31433 w 48577"/>
                <a:gd name="connsiteY5" fmla="*/ 13335 h 53339"/>
                <a:gd name="connsiteX6" fmla="*/ 31433 w 48577"/>
                <a:gd name="connsiteY6" fmla="*/ 53340 h 53339"/>
                <a:gd name="connsiteX7" fmla="*/ 16192 w 48577"/>
                <a:gd name="connsiteY7" fmla="*/ 53340 h 53339"/>
                <a:gd name="connsiteX8" fmla="*/ 16192 w 48577"/>
                <a:gd name="connsiteY8" fmla="*/ 13335 h 53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577" h="53339" fill="norm" stroke="1" extrusionOk="0">
                  <a:moveTo>
                    <a:pt x="16192" y="13335"/>
                  </a:moveTo>
                  <a:lnTo>
                    <a:pt x="0" y="13335"/>
                  </a:lnTo>
                  <a:lnTo>
                    <a:pt x="0" y="0"/>
                  </a:lnTo>
                  <a:lnTo>
                    <a:pt x="48577" y="0"/>
                  </a:lnTo>
                  <a:lnTo>
                    <a:pt x="43815" y="13335"/>
                  </a:lnTo>
                  <a:lnTo>
                    <a:pt x="31433" y="13335"/>
                  </a:lnTo>
                  <a:lnTo>
                    <a:pt x="31433" y="53340"/>
                  </a:lnTo>
                  <a:lnTo>
                    <a:pt x="16192" y="53340"/>
                  </a:lnTo>
                  <a:lnTo>
                    <a:pt x="16192" y="13335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6" name="Полилиния: фигура 15"/>
            <p:cNvSpPr/>
            <p:nvPr/>
          </p:nvSpPr>
          <p:spPr bwMode="auto">
            <a:xfrm>
              <a:off x="6219825" y="3382327"/>
              <a:ext cx="55468" cy="74294"/>
            </a:xfrm>
            <a:custGeom>
              <a:avLst/>
              <a:gdLst>
                <a:gd name="connsiteX0" fmla="*/ 15240 w 55468"/>
                <a:gd name="connsiteY0" fmla="*/ 74295 h 74294"/>
                <a:gd name="connsiteX1" fmla="*/ 0 w 55468"/>
                <a:gd name="connsiteY1" fmla="*/ 74295 h 74294"/>
                <a:gd name="connsiteX2" fmla="*/ 0 w 55468"/>
                <a:gd name="connsiteY2" fmla="*/ 953 h 74294"/>
                <a:gd name="connsiteX3" fmla="*/ 15240 w 55468"/>
                <a:gd name="connsiteY3" fmla="*/ 953 h 74294"/>
                <a:gd name="connsiteX4" fmla="*/ 15240 w 55468"/>
                <a:gd name="connsiteY4" fmla="*/ 6667 h 74294"/>
                <a:gd name="connsiteX5" fmla="*/ 15240 w 55468"/>
                <a:gd name="connsiteY5" fmla="*/ 6667 h 74294"/>
                <a:gd name="connsiteX6" fmla="*/ 30480 w 55468"/>
                <a:gd name="connsiteY6" fmla="*/ 0 h 74294"/>
                <a:gd name="connsiteX7" fmla="*/ 55245 w 55468"/>
                <a:gd name="connsiteY7" fmla="*/ 26670 h 74294"/>
                <a:gd name="connsiteX8" fmla="*/ 55245 w 55468"/>
                <a:gd name="connsiteY8" fmla="*/ 28575 h 74294"/>
                <a:gd name="connsiteX9" fmla="*/ 32385 w 55468"/>
                <a:gd name="connsiteY9" fmla="*/ 57150 h 74294"/>
                <a:gd name="connsiteX10" fmla="*/ 30480 w 55468"/>
                <a:gd name="connsiteY10" fmla="*/ 57150 h 74294"/>
                <a:gd name="connsiteX11" fmla="*/ 15240 w 55468"/>
                <a:gd name="connsiteY11" fmla="*/ 50482 h 74294"/>
                <a:gd name="connsiteX12" fmla="*/ 15240 w 55468"/>
                <a:gd name="connsiteY12" fmla="*/ 50482 h 74294"/>
                <a:gd name="connsiteX13" fmla="*/ 15240 w 55468"/>
                <a:gd name="connsiteY13" fmla="*/ 74295 h 74294"/>
                <a:gd name="connsiteX14" fmla="*/ 26670 w 55468"/>
                <a:gd name="connsiteY14" fmla="*/ 41910 h 74294"/>
                <a:gd name="connsiteX15" fmla="*/ 42863 w 55468"/>
                <a:gd name="connsiteY15" fmla="*/ 29528 h 74294"/>
                <a:gd name="connsiteX16" fmla="*/ 30480 w 55468"/>
                <a:gd name="connsiteY16" fmla="*/ 13335 h 74294"/>
                <a:gd name="connsiteX17" fmla="*/ 14288 w 55468"/>
                <a:gd name="connsiteY17" fmla="*/ 25717 h 74294"/>
                <a:gd name="connsiteX18" fmla="*/ 14288 w 55468"/>
                <a:gd name="connsiteY18" fmla="*/ 27622 h 74294"/>
                <a:gd name="connsiteX19" fmla="*/ 26670 w 55468"/>
                <a:gd name="connsiteY19" fmla="*/ 41910 h 74294"/>
                <a:gd name="connsiteX20" fmla="*/ 26670 w 55468"/>
                <a:gd name="connsiteY20" fmla="*/ 41910 h 74294"/>
                <a:gd name="connsiteX21" fmla="*/ 26670 w 55468"/>
                <a:gd name="connsiteY21" fmla="*/ 41910 h 74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5468" h="74294" fill="norm" stroke="1" extrusionOk="0">
                  <a:moveTo>
                    <a:pt x="15240" y="74295"/>
                  </a:moveTo>
                  <a:lnTo>
                    <a:pt x="0" y="74295"/>
                  </a:lnTo>
                  <a:lnTo>
                    <a:pt x="0" y="953"/>
                  </a:lnTo>
                  <a:lnTo>
                    <a:pt x="15240" y="953"/>
                  </a:lnTo>
                  <a:lnTo>
                    <a:pt x="15240" y="6667"/>
                  </a:lnTo>
                  <a:lnTo>
                    <a:pt x="15240" y="6667"/>
                  </a:lnTo>
                  <a:cubicBezTo>
                    <a:pt x="19050" y="1905"/>
                    <a:pt x="24765" y="0"/>
                    <a:pt x="30480" y="0"/>
                  </a:cubicBezTo>
                  <a:cubicBezTo>
                    <a:pt x="44767" y="953"/>
                    <a:pt x="56198" y="12382"/>
                    <a:pt x="55245" y="26670"/>
                  </a:cubicBezTo>
                  <a:cubicBezTo>
                    <a:pt x="55245" y="27622"/>
                    <a:pt x="55245" y="27622"/>
                    <a:pt x="55245" y="28575"/>
                  </a:cubicBezTo>
                  <a:cubicBezTo>
                    <a:pt x="57150" y="42863"/>
                    <a:pt x="46673" y="55245"/>
                    <a:pt x="32385" y="57150"/>
                  </a:cubicBezTo>
                  <a:cubicBezTo>
                    <a:pt x="31433" y="57150"/>
                    <a:pt x="31433" y="57150"/>
                    <a:pt x="30480" y="57150"/>
                  </a:cubicBezTo>
                  <a:cubicBezTo>
                    <a:pt x="24765" y="57150"/>
                    <a:pt x="19050" y="55245"/>
                    <a:pt x="15240" y="50482"/>
                  </a:cubicBezTo>
                  <a:lnTo>
                    <a:pt x="15240" y="50482"/>
                  </a:lnTo>
                  <a:lnTo>
                    <a:pt x="15240" y="74295"/>
                  </a:lnTo>
                  <a:close/>
                  <a:moveTo>
                    <a:pt x="26670" y="41910"/>
                  </a:moveTo>
                  <a:cubicBezTo>
                    <a:pt x="34290" y="42863"/>
                    <a:pt x="41910" y="38100"/>
                    <a:pt x="42863" y="29528"/>
                  </a:cubicBezTo>
                  <a:cubicBezTo>
                    <a:pt x="43815" y="20955"/>
                    <a:pt x="39052" y="14288"/>
                    <a:pt x="30480" y="13335"/>
                  </a:cubicBezTo>
                  <a:cubicBezTo>
                    <a:pt x="21908" y="12382"/>
                    <a:pt x="15240" y="17145"/>
                    <a:pt x="14288" y="25717"/>
                  </a:cubicBezTo>
                  <a:cubicBezTo>
                    <a:pt x="14288" y="26670"/>
                    <a:pt x="14288" y="26670"/>
                    <a:pt x="14288" y="27622"/>
                  </a:cubicBezTo>
                  <a:cubicBezTo>
                    <a:pt x="13335" y="35242"/>
                    <a:pt x="19050" y="40957"/>
                    <a:pt x="26670" y="41910"/>
                  </a:cubicBezTo>
                  <a:cubicBezTo>
                    <a:pt x="25717" y="41910"/>
                    <a:pt x="25717" y="41910"/>
                    <a:pt x="26670" y="41910"/>
                  </a:cubicBezTo>
                  <a:lnTo>
                    <a:pt x="26670" y="41910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7" name="Полилиния: фигура 16"/>
            <p:cNvSpPr/>
            <p:nvPr/>
          </p:nvSpPr>
          <p:spPr bwMode="auto">
            <a:xfrm>
              <a:off x="6281737" y="3381109"/>
              <a:ext cx="49529" cy="56645"/>
            </a:xfrm>
            <a:custGeom>
              <a:avLst/>
              <a:gdLst>
                <a:gd name="connsiteX0" fmla="*/ 0 w 49529"/>
                <a:gd name="connsiteY0" fmla="*/ 39318 h 56645"/>
                <a:gd name="connsiteX1" fmla="*/ 23813 w 49529"/>
                <a:gd name="connsiteY1" fmla="*/ 21221 h 56645"/>
                <a:gd name="connsiteX2" fmla="*/ 33338 w 49529"/>
                <a:gd name="connsiteY2" fmla="*/ 22173 h 56645"/>
                <a:gd name="connsiteX3" fmla="*/ 33338 w 49529"/>
                <a:gd name="connsiteY3" fmla="*/ 21221 h 56645"/>
                <a:gd name="connsiteX4" fmla="*/ 24765 w 49529"/>
                <a:gd name="connsiteY4" fmla="*/ 14553 h 56645"/>
                <a:gd name="connsiteX5" fmla="*/ 12383 w 49529"/>
                <a:gd name="connsiteY5" fmla="*/ 18363 h 56645"/>
                <a:gd name="connsiteX6" fmla="*/ 2858 w 49529"/>
                <a:gd name="connsiteY6" fmla="*/ 8838 h 56645"/>
                <a:gd name="connsiteX7" fmla="*/ 25717 w 49529"/>
                <a:gd name="connsiteY7" fmla="*/ 266 h 56645"/>
                <a:gd name="connsiteX8" fmla="*/ 49530 w 49529"/>
                <a:gd name="connsiteY8" fmla="*/ 18363 h 56645"/>
                <a:gd name="connsiteX9" fmla="*/ 49530 w 49529"/>
                <a:gd name="connsiteY9" fmla="*/ 21221 h 56645"/>
                <a:gd name="connsiteX10" fmla="*/ 49530 w 49529"/>
                <a:gd name="connsiteY10" fmla="*/ 55511 h 56645"/>
                <a:gd name="connsiteX11" fmla="*/ 33338 w 49529"/>
                <a:gd name="connsiteY11" fmla="*/ 55511 h 56645"/>
                <a:gd name="connsiteX12" fmla="*/ 33338 w 49529"/>
                <a:gd name="connsiteY12" fmla="*/ 49796 h 56645"/>
                <a:gd name="connsiteX13" fmla="*/ 33338 w 49529"/>
                <a:gd name="connsiteY13" fmla="*/ 49796 h 56645"/>
                <a:gd name="connsiteX14" fmla="*/ 19050 w 49529"/>
                <a:gd name="connsiteY14" fmla="*/ 56463 h 56645"/>
                <a:gd name="connsiteX15" fmla="*/ 0 w 49529"/>
                <a:gd name="connsiteY15" fmla="*/ 39318 h 56645"/>
                <a:gd name="connsiteX16" fmla="*/ 0 w 49529"/>
                <a:gd name="connsiteY16" fmla="*/ 39318 h 56645"/>
                <a:gd name="connsiteX17" fmla="*/ 33338 w 49529"/>
                <a:gd name="connsiteY17" fmla="*/ 35508 h 56645"/>
                <a:gd name="connsiteX18" fmla="*/ 33338 w 49529"/>
                <a:gd name="connsiteY18" fmla="*/ 33603 h 56645"/>
                <a:gd name="connsiteX19" fmla="*/ 26670 w 49529"/>
                <a:gd name="connsiteY19" fmla="*/ 32651 h 56645"/>
                <a:gd name="connsiteX20" fmla="*/ 16192 w 49529"/>
                <a:gd name="connsiteY20" fmla="*/ 38366 h 56645"/>
                <a:gd name="connsiteX21" fmla="*/ 23813 w 49529"/>
                <a:gd name="connsiteY21" fmla="*/ 44081 h 56645"/>
                <a:gd name="connsiteX22" fmla="*/ 33338 w 49529"/>
                <a:gd name="connsiteY22" fmla="*/ 35508 h 56645"/>
                <a:gd name="connsiteX23" fmla="*/ 33338 w 49529"/>
                <a:gd name="connsiteY23" fmla="*/ 35508 h 56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9529" h="56645" fill="norm" stroke="1" extrusionOk="0">
                  <a:moveTo>
                    <a:pt x="0" y="39318"/>
                  </a:moveTo>
                  <a:cubicBezTo>
                    <a:pt x="0" y="30746"/>
                    <a:pt x="7620" y="21221"/>
                    <a:pt x="23813" y="21221"/>
                  </a:cubicBezTo>
                  <a:cubicBezTo>
                    <a:pt x="26670" y="21221"/>
                    <a:pt x="30480" y="21221"/>
                    <a:pt x="33338" y="22173"/>
                  </a:cubicBezTo>
                  <a:lnTo>
                    <a:pt x="33338" y="21221"/>
                  </a:lnTo>
                  <a:cubicBezTo>
                    <a:pt x="33338" y="16458"/>
                    <a:pt x="29527" y="14553"/>
                    <a:pt x="24765" y="14553"/>
                  </a:cubicBezTo>
                  <a:cubicBezTo>
                    <a:pt x="20002" y="14553"/>
                    <a:pt x="16192" y="16458"/>
                    <a:pt x="12383" y="18363"/>
                  </a:cubicBezTo>
                  <a:lnTo>
                    <a:pt x="2858" y="8838"/>
                  </a:lnTo>
                  <a:cubicBezTo>
                    <a:pt x="9525" y="3123"/>
                    <a:pt x="17145" y="266"/>
                    <a:pt x="25717" y="266"/>
                  </a:cubicBezTo>
                  <a:cubicBezTo>
                    <a:pt x="37148" y="-1639"/>
                    <a:pt x="47625" y="6933"/>
                    <a:pt x="49530" y="18363"/>
                  </a:cubicBezTo>
                  <a:cubicBezTo>
                    <a:pt x="49530" y="19316"/>
                    <a:pt x="49530" y="20268"/>
                    <a:pt x="49530" y="21221"/>
                  </a:cubicBezTo>
                  <a:lnTo>
                    <a:pt x="49530" y="55511"/>
                  </a:lnTo>
                  <a:lnTo>
                    <a:pt x="33338" y="55511"/>
                  </a:lnTo>
                  <a:lnTo>
                    <a:pt x="33338" y="49796"/>
                  </a:lnTo>
                  <a:lnTo>
                    <a:pt x="33338" y="49796"/>
                  </a:lnTo>
                  <a:cubicBezTo>
                    <a:pt x="30480" y="54558"/>
                    <a:pt x="24765" y="57416"/>
                    <a:pt x="19050" y="56463"/>
                  </a:cubicBezTo>
                  <a:cubicBezTo>
                    <a:pt x="9525" y="57416"/>
                    <a:pt x="952" y="49796"/>
                    <a:pt x="0" y="39318"/>
                  </a:cubicBezTo>
                  <a:cubicBezTo>
                    <a:pt x="0" y="40271"/>
                    <a:pt x="0" y="39318"/>
                    <a:pt x="0" y="39318"/>
                  </a:cubicBezTo>
                  <a:close/>
                  <a:moveTo>
                    <a:pt x="33338" y="35508"/>
                  </a:moveTo>
                  <a:lnTo>
                    <a:pt x="33338" y="33603"/>
                  </a:lnTo>
                  <a:cubicBezTo>
                    <a:pt x="31433" y="33603"/>
                    <a:pt x="28575" y="32651"/>
                    <a:pt x="26670" y="32651"/>
                  </a:cubicBezTo>
                  <a:cubicBezTo>
                    <a:pt x="19050" y="32651"/>
                    <a:pt x="16192" y="35508"/>
                    <a:pt x="16192" y="38366"/>
                  </a:cubicBezTo>
                  <a:cubicBezTo>
                    <a:pt x="16192" y="41223"/>
                    <a:pt x="19050" y="44081"/>
                    <a:pt x="23813" y="44081"/>
                  </a:cubicBezTo>
                  <a:cubicBezTo>
                    <a:pt x="28575" y="45033"/>
                    <a:pt x="33338" y="41223"/>
                    <a:pt x="33338" y="35508"/>
                  </a:cubicBezTo>
                  <a:cubicBezTo>
                    <a:pt x="33338" y="35508"/>
                    <a:pt x="33338" y="35508"/>
                    <a:pt x="33338" y="35508"/>
                  </a:cubicBez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8" name="Полилиния: фигура 17"/>
            <p:cNvSpPr/>
            <p:nvPr/>
          </p:nvSpPr>
          <p:spPr bwMode="auto">
            <a:xfrm>
              <a:off x="6344602" y="3383280"/>
              <a:ext cx="48577" cy="54292"/>
            </a:xfrm>
            <a:custGeom>
              <a:avLst/>
              <a:gdLst>
                <a:gd name="connsiteX0" fmla="*/ 0 w 48577"/>
                <a:gd name="connsiteY0" fmla="*/ 0 h 54292"/>
                <a:gd name="connsiteX1" fmla="*/ 15240 w 48577"/>
                <a:gd name="connsiteY1" fmla="*/ 0 h 54292"/>
                <a:gd name="connsiteX2" fmla="*/ 15240 w 48577"/>
                <a:gd name="connsiteY2" fmla="*/ 20002 h 54292"/>
                <a:gd name="connsiteX3" fmla="*/ 33338 w 48577"/>
                <a:gd name="connsiteY3" fmla="*/ 20002 h 54292"/>
                <a:gd name="connsiteX4" fmla="*/ 33338 w 48577"/>
                <a:gd name="connsiteY4" fmla="*/ 0 h 54292"/>
                <a:gd name="connsiteX5" fmla="*/ 48577 w 48577"/>
                <a:gd name="connsiteY5" fmla="*/ 0 h 54292"/>
                <a:gd name="connsiteX6" fmla="*/ 48577 w 48577"/>
                <a:gd name="connsiteY6" fmla="*/ 54292 h 54292"/>
                <a:gd name="connsiteX7" fmla="*/ 33338 w 48577"/>
                <a:gd name="connsiteY7" fmla="*/ 54292 h 54292"/>
                <a:gd name="connsiteX8" fmla="*/ 33338 w 48577"/>
                <a:gd name="connsiteY8" fmla="*/ 34290 h 54292"/>
                <a:gd name="connsiteX9" fmla="*/ 15240 w 48577"/>
                <a:gd name="connsiteY9" fmla="*/ 34290 h 54292"/>
                <a:gd name="connsiteX10" fmla="*/ 15240 w 48577"/>
                <a:gd name="connsiteY10" fmla="*/ 54292 h 54292"/>
                <a:gd name="connsiteX11" fmla="*/ 0 w 48577"/>
                <a:gd name="connsiteY11" fmla="*/ 54292 h 54292"/>
                <a:gd name="connsiteX12" fmla="*/ 0 w 48577"/>
                <a:gd name="connsiteY12" fmla="*/ 0 h 54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8577" h="54292" fill="norm" stroke="1" extrusionOk="0">
                  <a:moveTo>
                    <a:pt x="0" y="0"/>
                  </a:moveTo>
                  <a:lnTo>
                    <a:pt x="15240" y="0"/>
                  </a:lnTo>
                  <a:lnTo>
                    <a:pt x="15240" y="20002"/>
                  </a:lnTo>
                  <a:lnTo>
                    <a:pt x="33338" y="20002"/>
                  </a:lnTo>
                  <a:lnTo>
                    <a:pt x="33338" y="0"/>
                  </a:lnTo>
                  <a:lnTo>
                    <a:pt x="48577" y="0"/>
                  </a:lnTo>
                  <a:lnTo>
                    <a:pt x="48577" y="54292"/>
                  </a:lnTo>
                  <a:lnTo>
                    <a:pt x="33338" y="54292"/>
                  </a:lnTo>
                  <a:lnTo>
                    <a:pt x="33338" y="34290"/>
                  </a:lnTo>
                  <a:lnTo>
                    <a:pt x="15240" y="34290"/>
                  </a:lnTo>
                  <a:lnTo>
                    <a:pt x="15240" y="54292"/>
                  </a:lnTo>
                  <a:lnTo>
                    <a:pt x="0" y="542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9" name="Полилиния: фигура 18"/>
            <p:cNvSpPr/>
            <p:nvPr/>
          </p:nvSpPr>
          <p:spPr bwMode="auto">
            <a:xfrm>
              <a:off x="6404610" y="3382327"/>
              <a:ext cx="47625" cy="55300"/>
            </a:xfrm>
            <a:custGeom>
              <a:avLst/>
              <a:gdLst>
                <a:gd name="connsiteX0" fmla="*/ 952 w 47625"/>
                <a:gd name="connsiteY0" fmla="*/ 27622 h 55300"/>
                <a:gd name="connsiteX1" fmla="*/ 24765 w 47625"/>
                <a:gd name="connsiteY1" fmla="*/ 0 h 55300"/>
                <a:gd name="connsiteX2" fmla="*/ 27623 w 47625"/>
                <a:gd name="connsiteY2" fmla="*/ 0 h 55300"/>
                <a:gd name="connsiteX3" fmla="*/ 47625 w 47625"/>
                <a:gd name="connsiteY3" fmla="*/ 7620 h 55300"/>
                <a:gd name="connsiteX4" fmla="*/ 38100 w 47625"/>
                <a:gd name="connsiteY4" fmla="*/ 17145 h 55300"/>
                <a:gd name="connsiteX5" fmla="*/ 28575 w 47625"/>
                <a:gd name="connsiteY5" fmla="*/ 13335 h 55300"/>
                <a:gd name="connsiteX6" fmla="*/ 17145 w 47625"/>
                <a:gd name="connsiteY6" fmla="*/ 27622 h 55300"/>
                <a:gd name="connsiteX7" fmla="*/ 28575 w 47625"/>
                <a:gd name="connsiteY7" fmla="*/ 41910 h 55300"/>
                <a:gd name="connsiteX8" fmla="*/ 38100 w 47625"/>
                <a:gd name="connsiteY8" fmla="*/ 38100 h 55300"/>
                <a:gd name="connsiteX9" fmla="*/ 47625 w 47625"/>
                <a:gd name="connsiteY9" fmla="*/ 47625 h 55300"/>
                <a:gd name="connsiteX10" fmla="*/ 27623 w 47625"/>
                <a:gd name="connsiteY10" fmla="*/ 55245 h 55300"/>
                <a:gd name="connsiteX11" fmla="*/ 0 w 47625"/>
                <a:gd name="connsiteY11" fmla="*/ 30480 h 55300"/>
                <a:gd name="connsiteX12" fmla="*/ 952 w 47625"/>
                <a:gd name="connsiteY12" fmla="*/ 27622 h 55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625" h="55300" fill="norm" stroke="1" extrusionOk="0">
                  <a:moveTo>
                    <a:pt x="952" y="27622"/>
                  </a:moveTo>
                  <a:cubicBezTo>
                    <a:pt x="0" y="13335"/>
                    <a:pt x="10477" y="953"/>
                    <a:pt x="24765" y="0"/>
                  </a:cubicBezTo>
                  <a:cubicBezTo>
                    <a:pt x="25717" y="0"/>
                    <a:pt x="26670" y="0"/>
                    <a:pt x="27623" y="0"/>
                  </a:cubicBezTo>
                  <a:cubicBezTo>
                    <a:pt x="35242" y="0"/>
                    <a:pt x="42863" y="1905"/>
                    <a:pt x="47625" y="7620"/>
                  </a:cubicBezTo>
                  <a:lnTo>
                    <a:pt x="38100" y="17145"/>
                  </a:lnTo>
                  <a:cubicBezTo>
                    <a:pt x="35242" y="14288"/>
                    <a:pt x="32385" y="13335"/>
                    <a:pt x="28575" y="13335"/>
                  </a:cubicBezTo>
                  <a:cubicBezTo>
                    <a:pt x="21907" y="13335"/>
                    <a:pt x="17145" y="19050"/>
                    <a:pt x="17145" y="27622"/>
                  </a:cubicBezTo>
                  <a:cubicBezTo>
                    <a:pt x="17145" y="36195"/>
                    <a:pt x="21907" y="41910"/>
                    <a:pt x="28575" y="41910"/>
                  </a:cubicBezTo>
                  <a:cubicBezTo>
                    <a:pt x="32385" y="41910"/>
                    <a:pt x="35242" y="40957"/>
                    <a:pt x="38100" y="38100"/>
                  </a:cubicBezTo>
                  <a:lnTo>
                    <a:pt x="47625" y="47625"/>
                  </a:lnTo>
                  <a:cubicBezTo>
                    <a:pt x="41910" y="52388"/>
                    <a:pt x="35242" y="55245"/>
                    <a:pt x="27623" y="55245"/>
                  </a:cubicBezTo>
                  <a:cubicBezTo>
                    <a:pt x="13335" y="56197"/>
                    <a:pt x="952" y="44767"/>
                    <a:pt x="0" y="30480"/>
                  </a:cubicBezTo>
                  <a:cubicBezTo>
                    <a:pt x="0" y="29528"/>
                    <a:pt x="0" y="28575"/>
                    <a:pt x="952" y="27622"/>
                  </a:cubicBez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20" name="Полилиния: фигура 19"/>
            <p:cNvSpPr/>
            <p:nvPr/>
          </p:nvSpPr>
          <p:spPr bwMode="auto">
            <a:xfrm>
              <a:off x="6461760" y="3383280"/>
              <a:ext cx="46672" cy="54292"/>
            </a:xfrm>
            <a:custGeom>
              <a:avLst/>
              <a:gdLst>
                <a:gd name="connsiteX0" fmla="*/ 0 w 46672"/>
                <a:gd name="connsiteY0" fmla="*/ 0 h 54292"/>
                <a:gd name="connsiteX1" fmla="*/ 46673 w 46672"/>
                <a:gd name="connsiteY1" fmla="*/ 0 h 54292"/>
                <a:gd name="connsiteX2" fmla="*/ 46673 w 46672"/>
                <a:gd name="connsiteY2" fmla="*/ 54292 h 54292"/>
                <a:gd name="connsiteX3" fmla="*/ 31432 w 46672"/>
                <a:gd name="connsiteY3" fmla="*/ 54292 h 54292"/>
                <a:gd name="connsiteX4" fmla="*/ 31432 w 46672"/>
                <a:gd name="connsiteY4" fmla="*/ 14288 h 54292"/>
                <a:gd name="connsiteX5" fmla="*/ 15240 w 46672"/>
                <a:gd name="connsiteY5" fmla="*/ 14288 h 54292"/>
                <a:gd name="connsiteX6" fmla="*/ 15240 w 46672"/>
                <a:gd name="connsiteY6" fmla="*/ 54292 h 54292"/>
                <a:gd name="connsiteX7" fmla="*/ 0 w 46672"/>
                <a:gd name="connsiteY7" fmla="*/ 54292 h 54292"/>
                <a:gd name="connsiteX8" fmla="*/ 0 w 46672"/>
                <a:gd name="connsiteY8" fmla="*/ 0 h 54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6672" h="54292" fill="norm" stroke="1" extrusionOk="0">
                  <a:moveTo>
                    <a:pt x="0" y="0"/>
                  </a:moveTo>
                  <a:lnTo>
                    <a:pt x="46673" y="0"/>
                  </a:lnTo>
                  <a:lnTo>
                    <a:pt x="46673" y="54292"/>
                  </a:lnTo>
                  <a:lnTo>
                    <a:pt x="31432" y="54292"/>
                  </a:lnTo>
                  <a:lnTo>
                    <a:pt x="31432" y="14288"/>
                  </a:lnTo>
                  <a:lnTo>
                    <a:pt x="15240" y="14288"/>
                  </a:lnTo>
                  <a:lnTo>
                    <a:pt x="15240" y="54292"/>
                  </a:lnTo>
                  <a:lnTo>
                    <a:pt x="0" y="542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21" name="Полилиния: фигура 20"/>
            <p:cNvSpPr/>
            <p:nvPr/>
          </p:nvSpPr>
          <p:spPr bwMode="auto">
            <a:xfrm>
              <a:off x="6519862" y="3383228"/>
              <a:ext cx="55296" cy="55351"/>
            </a:xfrm>
            <a:custGeom>
              <a:avLst/>
              <a:gdLst>
                <a:gd name="connsiteX0" fmla="*/ 0 w 55296"/>
                <a:gd name="connsiteY0" fmla="*/ 26722 h 55351"/>
                <a:gd name="connsiteX1" fmla="*/ 28575 w 55296"/>
                <a:gd name="connsiteY1" fmla="*/ 52 h 55351"/>
                <a:gd name="connsiteX2" fmla="*/ 55245 w 55296"/>
                <a:gd name="connsiteY2" fmla="*/ 28627 h 55351"/>
                <a:gd name="connsiteX3" fmla="*/ 27623 w 55296"/>
                <a:gd name="connsiteY3" fmla="*/ 55297 h 55351"/>
                <a:gd name="connsiteX4" fmla="*/ 0 w 55296"/>
                <a:gd name="connsiteY4" fmla="*/ 29579 h 55351"/>
                <a:gd name="connsiteX5" fmla="*/ 0 w 55296"/>
                <a:gd name="connsiteY5" fmla="*/ 26722 h 55351"/>
                <a:gd name="connsiteX6" fmla="*/ 39052 w 55296"/>
                <a:gd name="connsiteY6" fmla="*/ 26722 h 55351"/>
                <a:gd name="connsiteX7" fmla="*/ 27623 w 55296"/>
                <a:gd name="connsiteY7" fmla="*/ 12434 h 55351"/>
                <a:gd name="connsiteX8" fmla="*/ 16192 w 55296"/>
                <a:gd name="connsiteY8" fmla="*/ 26722 h 55351"/>
                <a:gd name="connsiteX9" fmla="*/ 27623 w 55296"/>
                <a:gd name="connsiteY9" fmla="*/ 41009 h 55351"/>
                <a:gd name="connsiteX10" fmla="*/ 39052 w 55296"/>
                <a:gd name="connsiteY10" fmla="*/ 26722 h 55351"/>
                <a:gd name="connsiteX11" fmla="*/ 39052 w 55296"/>
                <a:gd name="connsiteY11" fmla="*/ 26722 h 55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5296" h="55351" fill="norm" stroke="1" extrusionOk="0">
                  <a:moveTo>
                    <a:pt x="0" y="26722"/>
                  </a:moveTo>
                  <a:cubicBezTo>
                    <a:pt x="952" y="11482"/>
                    <a:pt x="13335" y="-901"/>
                    <a:pt x="28575" y="52"/>
                  </a:cubicBezTo>
                  <a:cubicBezTo>
                    <a:pt x="43815" y="1004"/>
                    <a:pt x="56198" y="13387"/>
                    <a:pt x="55245" y="28627"/>
                  </a:cubicBezTo>
                  <a:cubicBezTo>
                    <a:pt x="54292" y="43867"/>
                    <a:pt x="42863" y="55297"/>
                    <a:pt x="27623" y="55297"/>
                  </a:cubicBezTo>
                  <a:cubicBezTo>
                    <a:pt x="13335" y="56249"/>
                    <a:pt x="0" y="44819"/>
                    <a:pt x="0" y="29579"/>
                  </a:cubicBezTo>
                  <a:cubicBezTo>
                    <a:pt x="0" y="28627"/>
                    <a:pt x="0" y="27674"/>
                    <a:pt x="0" y="26722"/>
                  </a:cubicBezTo>
                  <a:close/>
                  <a:moveTo>
                    <a:pt x="39052" y="26722"/>
                  </a:moveTo>
                  <a:cubicBezTo>
                    <a:pt x="39052" y="18149"/>
                    <a:pt x="34290" y="12434"/>
                    <a:pt x="27623" y="12434"/>
                  </a:cubicBezTo>
                  <a:cubicBezTo>
                    <a:pt x="20955" y="12434"/>
                    <a:pt x="16192" y="18149"/>
                    <a:pt x="16192" y="26722"/>
                  </a:cubicBezTo>
                  <a:cubicBezTo>
                    <a:pt x="16192" y="35294"/>
                    <a:pt x="20955" y="41009"/>
                    <a:pt x="27623" y="41009"/>
                  </a:cubicBezTo>
                  <a:cubicBezTo>
                    <a:pt x="34290" y="41009"/>
                    <a:pt x="39052" y="35294"/>
                    <a:pt x="39052" y="26722"/>
                  </a:cubicBezTo>
                  <a:lnTo>
                    <a:pt x="39052" y="26722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22" name="Полилиния: фигура 21"/>
            <p:cNvSpPr/>
            <p:nvPr/>
          </p:nvSpPr>
          <p:spPr bwMode="auto">
            <a:xfrm>
              <a:off x="6586537" y="3382327"/>
              <a:ext cx="55468" cy="74294"/>
            </a:xfrm>
            <a:custGeom>
              <a:avLst/>
              <a:gdLst>
                <a:gd name="connsiteX0" fmla="*/ 15240 w 55468"/>
                <a:gd name="connsiteY0" fmla="*/ 74295 h 74294"/>
                <a:gd name="connsiteX1" fmla="*/ 0 w 55468"/>
                <a:gd name="connsiteY1" fmla="*/ 74295 h 74294"/>
                <a:gd name="connsiteX2" fmla="*/ 0 w 55468"/>
                <a:gd name="connsiteY2" fmla="*/ 953 h 74294"/>
                <a:gd name="connsiteX3" fmla="*/ 15240 w 55468"/>
                <a:gd name="connsiteY3" fmla="*/ 953 h 74294"/>
                <a:gd name="connsiteX4" fmla="*/ 15240 w 55468"/>
                <a:gd name="connsiteY4" fmla="*/ 6667 h 74294"/>
                <a:gd name="connsiteX5" fmla="*/ 15240 w 55468"/>
                <a:gd name="connsiteY5" fmla="*/ 6667 h 74294"/>
                <a:gd name="connsiteX6" fmla="*/ 30480 w 55468"/>
                <a:gd name="connsiteY6" fmla="*/ 0 h 74294"/>
                <a:gd name="connsiteX7" fmla="*/ 55245 w 55468"/>
                <a:gd name="connsiteY7" fmla="*/ 26670 h 74294"/>
                <a:gd name="connsiteX8" fmla="*/ 55245 w 55468"/>
                <a:gd name="connsiteY8" fmla="*/ 28575 h 74294"/>
                <a:gd name="connsiteX9" fmla="*/ 32385 w 55468"/>
                <a:gd name="connsiteY9" fmla="*/ 57150 h 74294"/>
                <a:gd name="connsiteX10" fmla="*/ 30480 w 55468"/>
                <a:gd name="connsiteY10" fmla="*/ 57150 h 74294"/>
                <a:gd name="connsiteX11" fmla="*/ 15240 w 55468"/>
                <a:gd name="connsiteY11" fmla="*/ 50482 h 74294"/>
                <a:gd name="connsiteX12" fmla="*/ 15240 w 55468"/>
                <a:gd name="connsiteY12" fmla="*/ 50482 h 74294"/>
                <a:gd name="connsiteX13" fmla="*/ 15240 w 55468"/>
                <a:gd name="connsiteY13" fmla="*/ 74295 h 74294"/>
                <a:gd name="connsiteX14" fmla="*/ 27623 w 55468"/>
                <a:gd name="connsiteY14" fmla="*/ 41910 h 74294"/>
                <a:gd name="connsiteX15" fmla="*/ 43815 w 55468"/>
                <a:gd name="connsiteY15" fmla="*/ 29528 h 74294"/>
                <a:gd name="connsiteX16" fmla="*/ 31433 w 55468"/>
                <a:gd name="connsiteY16" fmla="*/ 13335 h 74294"/>
                <a:gd name="connsiteX17" fmla="*/ 15240 w 55468"/>
                <a:gd name="connsiteY17" fmla="*/ 25717 h 74294"/>
                <a:gd name="connsiteX18" fmla="*/ 15240 w 55468"/>
                <a:gd name="connsiteY18" fmla="*/ 27622 h 74294"/>
                <a:gd name="connsiteX19" fmla="*/ 27623 w 55468"/>
                <a:gd name="connsiteY19" fmla="*/ 41910 h 74294"/>
                <a:gd name="connsiteX20" fmla="*/ 27623 w 55468"/>
                <a:gd name="connsiteY20" fmla="*/ 41910 h 74294"/>
                <a:gd name="connsiteX21" fmla="*/ 27623 w 55468"/>
                <a:gd name="connsiteY21" fmla="*/ 41910 h 74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5468" h="74294" fill="norm" stroke="1" extrusionOk="0">
                  <a:moveTo>
                    <a:pt x="15240" y="74295"/>
                  </a:moveTo>
                  <a:lnTo>
                    <a:pt x="0" y="74295"/>
                  </a:lnTo>
                  <a:lnTo>
                    <a:pt x="0" y="953"/>
                  </a:lnTo>
                  <a:lnTo>
                    <a:pt x="15240" y="953"/>
                  </a:lnTo>
                  <a:lnTo>
                    <a:pt x="15240" y="6667"/>
                  </a:lnTo>
                  <a:lnTo>
                    <a:pt x="15240" y="6667"/>
                  </a:lnTo>
                  <a:cubicBezTo>
                    <a:pt x="19050" y="1905"/>
                    <a:pt x="24765" y="0"/>
                    <a:pt x="30480" y="0"/>
                  </a:cubicBezTo>
                  <a:cubicBezTo>
                    <a:pt x="44767" y="953"/>
                    <a:pt x="56198" y="12382"/>
                    <a:pt x="55245" y="26670"/>
                  </a:cubicBezTo>
                  <a:cubicBezTo>
                    <a:pt x="55245" y="27622"/>
                    <a:pt x="55245" y="27622"/>
                    <a:pt x="55245" y="28575"/>
                  </a:cubicBezTo>
                  <a:cubicBezTo>
                    <a:pt x="57150" y="42863"/>
                    <a:pt x="46673" y="55245"/>
                    <a:pt x="32385" y="57150"/>
                  </a:cubicBezTo>
                  <a:cubicBezTo>
                    <a:pt x="31433" y="57150"/>
                    <a:pt x="31433" y="57150"/>
                    <a:pt x="30480" y="57150"/>
                  </a:cubicBezTo>
                  <a:cubicBezTo>
                    <a:pt x="24765" y="57150"/>
                    <a:pt x="19050" y="55245"/>
                    <a:pt x="15240" y="50482"/>
                  </a:cubicBezTo>
                  <a:lnTo>
                    <a:pt x="15240" y="50482"/>
                  </a:lnTo>
                  <a:lnTo>
                    <a:pt x="15240" y="74295"/>
                  </a:lnTo>
                  <a:close/>
                  <a:moveTo>
                    <a:pt x="27623" y="41910"/>
                  </a:moveTo>
                  <a:cubicBezTo>
                    <a:pt x="35242" y="42863"/>
                    <a:pt x="42863" y="38100"/>
                    <a:pt x="43815" y="29528"/>
                  </a:cubicBezTo>
                  <a:cubicBezTo>
                    <a:pt x="44767" y="20955"/>
                    <a:pt x="40005" y="14288"/>
                    <a:pt x="31433" y="13335"/>
                  </a:cubicBezTo>
                  <a:cubicBezTo>
                    <a:pt x="23813" y="12382"/>
                    <a:pt x="16192" y="17145"/>
                    <a:pt x="15240" y="25717"/>
                  </a:cubicBezTo>
                  <a:cubicBezTo>
                    <a:pt x="15240" y="26670"/>
                    <a:pt x="15240" y="26670"/>
                    <a:pt x="15240" y="27622"/>
                  </a:cubicBezTo>
                  <a:cubicBezTo>
                    <a:pt x="14288" y="35242"/>
                    <a:pt x="20002" y="40957"/>
                    <a:pt x="27623" y="41910"/>
                  </a:cubicBezTo>
                  <a:cubicBezTo>
                    <a:pt x="26670" y="41910"/>
                    <a:pt x="27623" y="41910"/>
                    <a:pt x="27623" y="41910"/>
                  </a:cubicBezTo>
                  <a:lnTo>
                    <a:pt x="27623" y="41910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23" name="Полилиния: фигура 22"/>
            <p:cNvSpPr/>
            <p:nvPr/>
          </p:nvSpPr>
          <p:spPr bwMode="auto">
            <a:xfrm>
              <a:off x="6648450" y="3383280"/>
              <a:ext cx="48577" cy="53339"/>
            </a:xfrm>
            <a:custGeom>
              <a:avLst/>
              <a:gdLst>
                <a:gd name="connsiteX0" fmla="*/ 16192 w 48577"/>
                <a:gd name="connsiteY0" fmla="*/ 13335 h 53339"/>
                <a:gd name="connsiteX1" fmla="*/ 0 w 48577"/>
                <a:gd name="connsiteY1" fmla="*/ 13335 h 53339"/>
                <a:gd name="connsiteX2" fmla="*/ 0 w 48577"/>
                <a:gd name="connsiteY2" fmla="*/ 0 h 53339"/>
                <a:gd name="connsiteX3" fmla="*/ 48577 w 48577"/>
                <a:gd name="connsiteY3" fmla="*/ 0 h 53339"/>
                <a:gd name="connsiteX4" fmla="*/ 43815 w 48577"/>
                <a:gd name="connsiteY4" fmla="*/ 13335 h 53339"/>
                <a:gd name="connsiteX5" fmla="*/ 32385 w 48577"/>
                <a:gd name="connsiteY5" fmla="*/ 13335 h 53339"/>
                <a:gd name="connsiteX6" fmla="*/ 32385 w 48577"/>
                <a:gd name="connsiteY6" fmla="*/ 53340 h 53339"/>
                <a:gd name="connsiteX7" fmla="*/ 17145 w 48577"/>
                <a:gd name="connsiteY7" fmla="*/ 53340 h 53339"/>
                <a:gd name="connsiteX8" fmla="*/ 16192 w 48577"/>
                <a:gd name="connsiteY8" fmla="*/ 13335 h 53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577" h="53339" fill="norm" stroke="1" extrusionOk="0">
                  <a:moveTo>
                    <a:pt x="16192" y="13335"/>
                  </a:moveTo>
                  <a:lnTo>
                    <a:pt x="0" y="13335"/>
                  </a:lnTo>
                  <a:lnTo>
                    <a:pt x="0" y="0"/>
                  </a:lnTo>
                  <a:lnTo>
                    <a:pt x="48577" y="0"/>
                  </a:lnTo>
                  <a:lnTo>
                    <a:pt x="43815" y="13335"/>
                  </a:lnTo>
                  <a:lnTo>
                    <a:pt x="32385" y="13335"/>
                  </a:lnTo>
                  <a:lnTo>
                    <a:pt x="32385" y="53340"/>
                  </a:lnTo>
                  <a:lnTo>
                    <a:pt x="17145" y="53340"/>
                  </a:lnTo>
                  <a:lnTo>
                    <a:pt x="16192" y="13335"/>
                  </a:lnTo>
                  <a:close/>
                </a:path>
              </a:pathLst>
            </a:custGeom>
            <a:solidFill>
              <a:srgbClr val="87C2A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hf dt="1" ftr="1" hdr="0" sldNum="0"/>
  <p:txStyles>
    <p:titleStyle>
      <a:lvl1pPr algn="l" defTabSz="914400" rtl="0">
        <a:lnSpc>
          <a:spcPct val="100000"/>
        </a:lnSpc>
        <a:spcBef>
          <a:spcPts val="0"/>
        </a:spcBef>
        <a:buNone/>
        <a:defRPr lang="en-US" sz="2400" b="1">
          <a:solidFill>
            <a:schemeClr val="accent5"/>
          </a:solidFill>
          <a:latin typeface="Arial"/>
          <a:ea typeface="+mj-ea"/>
          <a:cs typeface="+mj-cs"/>
        </a:defRPr>
      </a:lvl1pPr>
    </p:titleStyle>
    <p:bodyStyle>
      <a:lvl1pPr marL="0" indent="0" algn="l" defTabSz="914400" rtl="0">
        <a:lnSpc>
          <a:spcPct val="100000"/>
        </a:lnSpc>
        <a:spcBef>
          <a:spcPts val="0"/>
        </a:spcBef>
        <a:buClr>
          <a:schemeClr val="accent4"/>
        </a:buClr>
        <a:buFont typeface="Wingdings"/>
        <a:buNone/>
        <a:defRPr lang="ru-RU" sz="1200">
          <a:solidFill>
            <a:schemeClr val="tx1"/>
          </a:solidFill>
          <a:latin typeface="+mn-lt"/>
          <a:ea typeface="+mn-ea"/>
          <a:cs typeface="+mn-cs"/>
        </a:defRPr>
      </a:lvl1pPr>
      <a:lvl2pPr marL="144145" indent="-144145" algn="l" defTabSz="914400" rtl="0">
        <a:lnSpc>
          <a:spcPct val="100000"/>
        </a:lnSpc>
        <a:spcBef>
          <a:spcPts val="0"/>
        </a:spcBef>
        <a:buClr>
          <a:schemeClr val="accent5"/>
        </a:buClr>
        <a:buFont typeface="Wingdings"/>
        <a:buChar char="§"/>
        <a:defRPr lang="ru-RU" sz="1200">
          <a:solidFill>
            <a:schemeClr val="tx1"/>
          </a:solidFill>
          <a:latin typeface="+mn-lt"/>
          <a:ea typeface="+mn-ea"/>
          <a:cs typeface="+mn-cs"/>
        </a:defRPr>
      </a:lvl2pPr>
      <a:lvl3pPr marL="288290" indent="-144145" algn="l" defTabSz="914400" rtl="0">
        <a:lnSpc>
          <a:spcPct val="100000"/>
        </a:lnSpc>
        <a:spcBef>
          <a:spcPts val="0"/>
        </a:spcBef>
        <a:buClr>
          <a:schemeClr val="accent5"/>
        </a:buClr>
        <a:buFont typeface="Arial"/>
        <a:buChar char="−"/>
        <a:defRPr lang="ru-RU" sz="1200">
          <a:solidFill>
            <a:schemeClr val="tx1"/>
          </a:solidFill>
          <a:latin typeface="+mn-lt"/>
          <a:ea typeface="+mn-ea"/>
          <a:cs typeface="+mn-cs"/>
        </a:defRPr>
      </a:lvl3pPr>
      <a:lvl4pPr marL="431799" indent="-144145" algn="l" defTabSz="914400" rtl="0">
        <a:lnSpc>
          <a:spcPct val="100000"/>
        </a:lnSpc>
        <a:spcBef>
          <a:spcPts val="0"/>
        </a:spcBef>
        <a:buClr>
          <a:schemeClr val="accent5"/>
        </a:buClr>
        <a:buFont typeface="Arial"/>
        <a:buChar char="▫"/>
        <a:defRPr lang="ru-RU" sz="1200">
          <a:solidFill>
            <a:schemeClr val="tx1"/>
          </a:solidFill>
          <a:latin typeface="+mn-lt"/>
          <a:ea typeface="+mn-ea"/>
          <a:cs typeface="+mn-cs"/>
        </a:defRPr>
      </a:lvl4pPr>
      <a:lvl5pPr marL="575945" indent="-144145" algn="l" defTabSz="914400" rtl="0">
        <a:lnSpc>
          <a:spcPct val="100000"/>
        </a:lnSpc>
        <a:spcBef>
          <a:spcPts val="0"/>
        </a:spcBef>
        <a:buClr>
          <a:schemeClr val="accent5"/>
        </a:buClr>
        <a:buFont typeface="Arial"/>
        <a:buChar char="-"/>
        <a:defRPr lang="en-US" sz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0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0.png"/><Relationship Id="rId4" Type="http://schemas.openxmlformats.org/officeDocument/2006/relationships/image" Target="../media/image30.jpg"/><Relationship Id="rId5" Type="http://schemas.openxmlformats.org/officeDocument/2006/relationships/image" Target="../media/image31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0.png"/><Relationship Id="rId4" Type="http://schemas.openxmlformats.org/officeDocument/2006/relationships/image" Target="../media/image32.jpg"/><Relationship Id="rId5" Type="http://schemas.openxmlformats.org/officeDocument/2006/relationships/image" Target="../media/image33.jpg"/><Relationship Id="rId6" Type="http://schemas.openxmlformats.org/officeDocument/2006/relationships/image" Target="../media/image34.jp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0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0.png"/><Relationship Id="rId4" Type="http://schemas.openxmlformats.org/officeDocument/2006/relationships/image" Target="../media/image35.jpg"/><Relationship Id="rId5" Type="http://schemas.openxmlformats.org/officeDocument/2006/relationships/image" Target="../media/image36.jp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image" Target="../media/image39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png"/><Relationship Id="rId4" Type="http://schemas.openxmlformats.org/officeDocument/2006/relationships/image" Target="../media/image40.jpg"/><Relationship Id="rId5" Type="http://schemas.openxmlformats.org/officeDocument/2006/relationships/image" Target="../media/image41.png"/><Relationship Id="rId6" Type="http://schemas.openxmlformats.org/officeDocument/2006/relationships/image" Target="../media/image42.jpg"/><Relationship Id="rId7" Type="http://schemas.openxmlformats.org/officeDocument/2006/relationships/image" Target="../media/image43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png"/><Relationship Id="rId4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468292" name="Заголовок 1"/>
          <p:cNvSpPr>
            <a:spLocks noGrp="1"/>
          </p:cNvSpPr>
          <p:nvPr>
            <p:ph type="ctrTitle"/>
          </p:nvPr>
        </p:nvSpPr>
        <p:spPr bwMode="auto">
          <a:xfrm>
            <a:off x="2399232" y="1637704"/>
            <a:ext cx="6425172" cy="1685133"/>
          </a:xfrm>
        </p:spPr>
        <p:txBody>
          <a:bodyPr/>
          <a:lstStyle/>
          <a:p>
            <a:pPr>
              <a:defRPr/>
            </a:pPr>
            <a:r>
              <a:rPr lang="ru-RU" sz="3200" b="1" i="0" u="none" strike="noStrike" cap="none" spc="0">
                <a:solidFill>
                  <a:srgbClr val="712073"/>
                </a:solidFill>
                <a:latin typeface="Times New Roman"/>
                <a:ea typeface="Times New Roman"/>
                <a:cs typeface="Times New Roman"/>
              </a:rPr>
              <a:t>Программируемый источник постоянного тока с функциями телеметрии</a:t>
            </a:r>
            <a:endParaRPr lang="ru-RU"/>
          </a:p>
        </p:txBody>
      </p:sp>
      <p:sp>
        <p:nvSpPr>
          <p:cNvPr id="1554273457" name="Текст 2"/>
          <p:cNvSpPr>
            <a:spLocks noGrp="1"/>
          </p:cNvSpPr>
          <p:nvPr>
            <p:ph type="body" sz="quarter" idx="15"/>
          </p:nvPr>
        </p:nvSpPr>
        <p:spPr bwMode="auto"/>
        <p:txBody>
          <a:bodyPr/>
          <a:lstStyle/>
          <a:p>
            <a:pPr>
              <a:defRPr/>
            </a:pPr>
            <a:r>
              <a:rPr lang="ru-RU">
                <a:latin typeface="Times New Roman"/>
                <a:cs typeface="Times New Roman"/>
              </a:rPr>
              <a:t>Каряев Георгий Дмитриевич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2052374" name="Рисунок 4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rot="16199999">
            <a:off x="6695473" y="1358720"/>
            <a:ext cx="6877515" cy="4140559"/>
          </a:xfrm>
          <a:prstGeom prst="rect">
            <a:avLst/>
          </a:prstGeom>
        </p:spPr>
      </p:pic>
      <p:sp>
        <p:nvSpPr>
          <p:cNvPr id="94709355" name="TextBox 27"/>
          <p:cNvSpPr txBox="1"/>
          <p:nvPr/>
        </p:nvSpPr>
        <p:spPr bwMode="auto">
          <a:xfrm>
            <a:off x="226727" y="39815"/>
            <a:ext cx="6004633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2800" b="1">
                <a:solidFill>
                  <a:srgbClr val="712073"/>
                </a:solidFill>
                <a:latin typeface="Times New Roman"/>
                <a:cs typeface="Times New Roman"/>
              </a:rPr>
              <a:t>Цели и задачи</a:t>
            </a:r>
            <a:endParaRPr lang="ru-RU" sz="2800" b="1" i="0" u="none" strike="noStrike" cap="none" spc="0">
              <a:ln>
                <a:noFill/>
              </a:ln>
              <a:solidFill>
                <a:srgbClr val="712073"/>
              </a:solidFill>
              <a:latin typeface="Times New Roman"/>
              <a:cs typeface="Times New Roman"/>
            </a:endParaRPr>
          </a:p>
        </p:txBody>
      </p:sp>
      <p:sp>
        <p:nvSpPr>
          <p:cNvPr id="1016313241" name="Rectangle 12"/>
          <p:cNvSpPr/>
          <p:nvPr/>
        </p:nvSpPr>
        <p:spPr bwMode="auto"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pPr marL="0" marR="0" lvl="0" indent="0" algn="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E423E46-B7A0-4744-B3E1-320992BDBEC7}" type="slidenum">
              <a:rPr lang="ru-RU" sz="10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Arial"/>
                <a:ea typeface="+mn-ea"/>
                <a:cs typeface="+mn-cs"/>
              </a:rPr>
              <a:t>2</a:t>
            </a:fld>
            <a:endParaRPr lang="ru-RU" sz="1000" b="0" i="0" u="none" strike="noStrike" cap="none" spc="0">
              <a:ln>
                <a:noFill/>
              </a:ln>
              <a:solidFill>
                <a:srgbClr val="FFFFFF"/>
              </a:solidFill>
              <a:latin typeface="Arial"/>
              <a:ea typeface="+mn-ea"/>
              <a:cs typeface="+mn-cs"/>
            </a:endParaRPr>
          </a:p>
        </p:txBody>
      </p:sp>
      <p:cxnSp>
        <p:nvCxnSpPr>
          <p:cNvPr id="1995448556" name="Прямая соединительная линия 17"/>
          <p:cNvCxnSpPr/>
          <p:nvPr/>
        </p:nvCxnSpPr>
        <p:spPr bwMode="auto">
          <a:xfrm>
            <a:off x="11611219" y="6400800"/>
            <a:ext cx="0" cy="457200"/>
          </a:xfrm>
          <a:prstGeom prst="line">
            <a:avLst/>
          </a:prstGeom>
          <a:ln>
            <a:solidFill>
              <a:schemeClr val="bg1"/>
            </a:solidFill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pic>
        <p:nvPicPr>
          <p:cNvPr id="627368257" name="Рисунок 1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rot="16199999">
            <a:off x="-3953694" y="3067903"/>
            <a:ext cx="6877515" cy="741710"/>
          </a:xfrm>
          <a:prstGeom prst="rect">
            <a:avLst/>
          </a:prstGeom>
        </p:spPr>
      </p:pic>
      <p:grpSp>
        <p:nvGrpSpPr>
          <p:cNvPr id="1555977540" name="Группа 7"/>
          <p:cNvGrpSpPr/>
          <p:nvPr/>
        </p:nvGrpSpPr>
        <p:grpSpPr bwMode="auto">
          <a:xfrm>
            <a:off x="9743356" y="420456"/>
            <a:ext cx="2022129" cy="1417607"/>
            <a:chOff x="4091278" y="2349598"/>
            <a:chExt cx="3638550" cy="2550793"/>
          </a:xfrm>
          <a:solidFill>
            <a:schemeClr val="bg1"/>
          </a:solidFill>
        </p:grpSpPr>
        <p:sp>
          <p:nvSpPr>
            <p:cNvPr id="9" name="Полилиния: фигура 8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fill="norm" stroke="1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1" name="Полилиния: фигура 10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fill="norm" stroke="1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13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35" name="Полилиния: фигура 34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fill="norm" stroke="1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37" name="Полилиния: фигура 36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fill="norm" stroke="1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4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32" name="Полилиния: фигура 31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fill="norm" stroke="1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33" name="Полилиния: фигура 32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fill="norm" stroke="1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15" name="Полилиния: фигура 14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fill="norm" stroke="1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17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30" name="Полилиния: фигура 29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fill="norm" stroke="1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31" name="Полилиния: фигура 30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fill="norm" stroke="1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9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27" name="Полилиния: фигура 26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fill="norm" stroke="1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9" name="Полилиния: фигура 28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fill="norm" stroke="1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0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25" name="Полилиния: фигура 24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fill="norm" stroke="1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6" name="Полилиния: фигура 25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fill="norm" stroke="1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2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23" name="Полилиния: фигура 22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fill="norm" stroke="1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4" name="Полилиния: фигура 23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fill="norm" stroke="1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</p:grpSp>
      <p:sp>
        <p:nvSpPr>
          <p:cNvPr id="2020187934" name="TextBox 3"/>
          <p:cNvSpPr txBox="1"/>
          <p:nvPr/>
        </p:nvSpPr>
        <p:spPr bwMode="auto">
          <a:xfrm>
            <a:off x="226726" y="563034"/>
            <a:ext cx="7792883" cy="612684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b="1">
                <a:latin typeface="Times New Roman"/>
                <a:cs typeface="Times New Roman"/>
              </a:rPr>
              <a:t>Актуальность</a:t>
            </a:r>
            <a:endParaRPr lang="ru-RU">
              <a:latin typeface="Times New Roman"/>
              <a:cs typeface="Times New Roman"/>
            </a:endParaRPr>
          </a:p>
          <a:p>
            <a:pPr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В условиях роста числа распределенных автономных систем (метеостанций, беспилотных платформ, датчиков IoT и др.) возникает потребность в источниках питания, способных не только обеспечивать энергоснабжение, но и обмениваться служебной информацией с центральными узлами. Такие устройства становятся активными элементами радиоинформационной инфраструктуры, участвуя в сборе, передаче и первичной обработке данных  состоянии подключаемых нагрузок.  </a:t>
            </a:r>
            <a:endParaRPr/>
          </a:p>
          <a:p>
            <a:pPr>
              <a:defRPr/>
            </a:pPr>
            <a:r>
              <a:rPr lang="ru-RU" b="1">
                <a:latin typeface="Times New Roman"/>
                <a:cs typeface="Times New Roman"/>
              </a:rPr>
              <a:t>Цель</a:t>
            </a:r>
            <a:endParaRPr/>
          </a:p>
          <a:p>
            <a:pPr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Разработка электрической принципиальной схемы управляемого выпрямителя с фазовым регулированием для использования в качестве лабораторного источника питания в составе автономных радиотехнических комплексов.</a:t>
            </a:r>
            <a:endParaRPr lang="ru-RU" b="1">
              <a:latin typeface="Times New Roman"/>
              <a:cs typeface="Times New Roman"/>
            </a:endParaRPr>
          </a:p>
          <a:p>
            <a:pPr>
              <a:defRPr/>
            </a:pPr>
            <a:r>
              <a:rPr lang="ru-RU" b="1">
                <a:latin typeface="Times New Roman"/>
                <a:cs typeface="Times New Roman"/>
              </a:rPr>
              <a:t>Задачи</a:t>
            </a:r>
            <a:endParaRPr/>
          </a:p>
          <a:p>
            <a:pPr marL="342900" indent="-342900">
              <a:buAutoNum type="arabicPeriod"/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Анализ схем фазового управления </a:t>
            </a:r>
            <a:r>
              <a:rPr lang="ru-RU">
                <a:latin typeface="Times New Roman"/>
                <a:cs typeface="Times New Roman"/>
              </a:rPr>
              <a:t> </a:t>
            </a:r>
            <a:endParaRPr/>
          </a:p>
          <a:p>
            <a:pPr marL="342900" indent="-342900">
              <a:buAutoNum type="arabicPeriod"/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Разработка тиристорного выпрямителя</a:t>
            </a:r>
            <a:endParaRPr/>
          </a:p>
          <a:p>
            <a:pPr marL="342900" indent="-342900">
              <a:buAutoNum type="arabicPeriod"/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Разработка схемы детектора пересечения нуля, разработка ПО для микроконтроллера 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 lang="ru-RU" b="1">
                <a:latin typeface="Times New Roman"/>
                <a:cs typeface="Times New Roman"/>
              </a:rPr>
              <a:t>Технические требования</a:t>
            </a:r>
            <a:endParaRPr/>
          </a:p>
          <a:p>
            <a:pPr marL="283879" indent="-283879">
              <a:buAutoNum type="arabicPeriod"/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Регулировка входного напряжения в диапазоне (3-310 В)</a:t>
            </a:r>
            <a:endParaRPr/>
          </a:p>
          <a:p>
            <a:pPr>
              <a:defRPr/>
            </a:pPr>
            <a:r>
              <a:rPr lang="ru-RU" sz="1800" b="0">
                <a:latin typeface="Times New Roman"/>
                <a:ea typeface="Times New Roman"/>
                <a:cs typeface="Times New Roman"/>
              </a:rPr>
              <a:t>2. </a:t>
            </a:r>
            <a:r>
              <a:rPr lang="ru-RU" sz="1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Управляемый выпрямитель</a:t>
            </a:r>
            <a:endParaRPr b="1">
              <a:latin typeface="Times New Roman"/>
              <a:cs typeface="Times New Roman"/>
            </a:endParaRPr>
          </a:p>
        </p:txBody>
      </p:sp>
      <p:sp>
        <p:nvSpPr>
          <p:cNvPr id="2039455865" name="TextBox 9"/>
          <p:cNvSpPr txBox="1"/>
          <p:nvPr/>
        </p:nvSpPr>
        <p:spPr bwMode="auto">
          <a:xfrm>
            <a:off x="8329896" y="2381145"/>
            <a:ext cx="3719538" cy="132624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0" marR="0" lvl="0" indent="0" algn="l" defTabSz="914400" rtl="0">
              <a:lnSpc>
                <a:spcPct val="100000"/>
              </a:lnSpc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lang="ru-RU" sz="1800" b="1" i="0" u="none" strike="noStrike" cap="none" spc="-5">
                <a:ln>
                  <a:noFill/>
                </a:ln>
                <a:solidFill>
                  <a:srgbClr val="FFFFFF"/>
                </a:solidFill>
                <a:latin typeface="Times New Roman"/>
                <a:cs typeface="Times New Roman"/>
              </a:rPr>
              <a:t>Разрабатываемые документы и графические материалы:</a:t>
            </a:r>
            <a:endParaRPr/>
          </a:p>
          <a:p>
            <a:pPr marL="228600" marR="0" lvl="0" indent="-228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lang="ru-RU" sz="14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Принципиальная схема макета источника постоянного тока </a:t>
            </a:r>
            <a:endParaRPr lang="ru-RU" sz="1400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  <a:p>
            <a:pPr lvl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ru-RU" sz="1200" b="0" i="0" u="none" strike="noStrike" cap="none" spc="-5">
              <a:ln>
                <a:noFill/>
              </a:ln>
              <a:solidFill>
                <a:srgbClr val="FFFFFF"/>
              </a:solidFill>
              <a:latin typeface="Arial"/>
              <a:ea typeface="+mn-ea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55414995" name="Рисунок 4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rot="16199999" flipH="0" flipV="0">
            <a:off x="7180602" y="1828686"/>
            <a:ext cx="6877515" cy="3181111"/>
          </a:xfrm>
          <a:prstGeom prst="rect">
            <a:avLst/>
          </a:prstGeom>
        </p:spPr>
      </p:pic>
      <p:sp>
        <p:nvSpPr>
          <p:cNvPr id="1435921382" name="TextBox 27"/>
          <p:cNvSpPr txBox="1"/>
          <p:nvPr/>
        </p:nvSpPr>
        <p:spPr bwMode="auto">
          <a:xfrm>
            <a:off x="207819" y="114628"/>
            <a:ext cx="6440365" cy="94523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2800" b="1" i="0" u="none" strike="noStrike" cap="none" spc="0">
                <a:ln>
                  <a:noFill/>
                </a:ln>
                <a:solidFill>
                  <a:srgbClr val="712073"/>
                </a:solidFill>
                <a:latin typeface="Times New Roman"/>
                <a:ea typeface="Times New Roman"/>
                <a:cs typeface="Times New Roman"/>
              </a:rPr>
              <a:t>Схемотехника управляемых выпрямителей</a:t>
            </a:r>
            <a:endParaRPr lang="ru-RU" sz="2800" b="1" i="0" u="none" strike="noStrike" cap="none" spc="0">
              <a:ln>
                <a:noFill/>
              </a:ln>
              <a:solidFill>
                <a:srgbClr val="712073"/>
              </a:solidFill>
              <a:latin typeface="Times New Roman"/>
              <a:cs typeface="Times New Roman"/>
            </a:endParaRPr>
          </a:p>
        </p:txBody>
      </p:sp>
      <p:sp>
        <p:nvSpPr>
          <p:cNvPr id="1544890992" name="Rectangle 12"/>
          <p:cNvSpPr/>
          <p:nvPr/>
        </p:nvSpPr>
        <p:spPr bwMode="auto"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pPr marL="0" marR="0" lvl="0" indent="0" algn="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E423E46-B7A0-4744-B3E1-320992BDBEC7}" type="slidenum">
              <a:rPr lang="ru-RU" sz="10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Arial"/>
                <a:ea typeface="+mn-ea"/>
                <a:cs typeface="+mn-cs"/>
              </a:rPr>
              <a:t>4</a:t>
            </a:fld>
            <a:endParaRPr lang="ru-RU" sz="1000" b="0" i="0" u="none" strike="noStrike" cap="none" spc="0">
              <a:ln>
                <a:noFill/>
              </a:ln>
              <a:solidFill>
                <a:srgbClr val="FFFFFF"/>
              </a:solidFill>
              <a:latin typeface="Arial"/>
              <a:ea typeface="+mn-ea"/>
              <a:cs typeface="+mn-cs"/>
            </a:endParaRPr>
          </a:p>
        </p:txBody>
      </p:sp>
      <p:cxnSp>
        <p:nvCxnSpPr>
          <p:cNvPr id="2129496903" name="Прямая соединительная линия 17"/>
          <p:cNvCxnSpPr/>
          <p:nvPr/>
        </p:nvCxnSpPr>
        <p:spPr bwMode="auto">
          <a:xfrm>
            <a:off x="11611219" y="6400800"/>
            <a:ext cx="0" cy="457200"/>
          </a:xfrm>
          <a:prstGeom prst="line">
            <a:avLst/>
          </a:prstGeom>
          <a:ln>
            <a:solidFill>
              <a:schemeClr val="bg1"/>
            </a:solidFill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pic>
        <p:nvPicPr>
          <p:cNvPr id="1478866434" name="Рисунок 1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rot="16199999">
            <a:off x="-3953694" y="3067903"/>
            <a:ext cx="6877515" cy="741710"/>
          </a:xfrm>
          <a:prstGeom prst="rect">
            <a:avLst/>
          </a:prstGeom>
        </p:spPr>
      </p:pic>
      <p:grpSp>
        <p:nvGrpSpPr>
          <p:cNvPr id="1976041406" name="Группа 7"/>
          <p:cNvGrpSpPr/>
          <p:nvPr/>
        </p:nvGrpSpPr>
        <p:grpSpPr bwMode="auto">
          <a:xfrm>
            <a:off x="9901956" y="359932"/>
            <a:ext cx="2022129" cy="1417607"/>
            <a:chOff x="4091278" y="2349598"/>
            <a:chExt cx="3638550" cy="2550793"/>
          </a:xfrm>
          <a:solidFill>
            <a:schemeClr val="bg1"/>
          </a:solidFill>
        </p:grpSpPr>
        <p:sp>
          <p:nvSpPr>
            <p:cNvPr id="9" name="Полилиния: фигура 8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fill="norm" stroke="1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1" name="Полилиния: фигура 10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fill="norm" stroke="1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13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35" name="Полилиния: фигура 34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fill="norm" stroke="1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37" name="Полилиния: фигура 36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fill="norm" stroke="1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4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32" name="Полилиния: фигура 31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fill="norm" stroke="1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33" name="Полилиния: фигура 32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fill="norm" stroke="1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15" name="Полилиния: фигура 14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fill="norm" stroke="1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17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30" name="Полилиния: фигура 29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fill="norm" stroke="1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31" name="Полилиния: фигура 30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fill="norm" stroke="1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9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27" name="Полилиния: фигура 26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fill="norm" stroke="1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9" name="Полилиния: фигура 28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fill="norm" stroke="1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0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25" name="Полилиния: фигура 24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fill="norm" stroke="1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6" name="Полилиния: фигура 25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fill="norm" stroke="1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2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23" name="Полилиния: фигура 22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fill="norm" stroke="1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4" name="Полилиния: фигура 23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fill="norm" stroke="1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</p:grpSp>
      <p:sp>
        <p:nvSpPr>
          <p:cNvPr id="1900053136" name="TextBox 46"/>
          <p:cNvSpPr txBox="1"/>
          <p:nvPr/>
        </p:nvSpPr>
        <p:spPr bwMode="auto">
          <a:xfrm flipH="0" flipV="0">
            <a:off x="9185454" y="2306925"/>
            <a:ext cx="3025181" cy="173771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defRPr/>
            </a:pPr>
            <a:r>
              <a:rPr lang="ru-RU" b="0" spc="-4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Симметричная мостовая схема обеспечивает полное регулирование напряжения, но требует 4-х гальванически развязанных цепей управления.</a:t>
            </a:r>
            <a:endParaRPr sz="400" b="0" i="0" u="none" strike="noStrike" cap="none" spc="-5">
              <a:ln>
                <a:noFill/>
              </a:ln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pic>
        <p:nvPicPr>
          <p:cNvPr id="2081241753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rot="0" flipH="0" flipV="0">
            <a:off x="273375" y="2217868"/>
            <a:ext cx="4301472" cy="2422258"/>
          </a:xfrm>
          <a:prstGeom prst="rect">
            <a:avLst/>
          </a:prstGeom>
        </p:spPr>
      </p:pic>
      <p:pic>
        <p:nvPicPr>
          <p:cNvPr id="1399236772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rot="0" flipH="0" flipV="0">
            <a:off x="5450919" y="2217868"/>
            <a:ext cx="3523004" cy="2463834"/>
          </a:xfrm>
          <a:prstGeom prst="rect">
            <a:avLst/>
          </a:prstGeom>
        </p:spPr>
      </p:pic>
      <p:sp>
        <p:nvSpPr>
          <p:cNvPr id="1698828197" name=""/>
          <p:cNvSpPr txBox="1"/>
          <p:nvPr/>
        </p:nvSpPr>
        <p:spPr bwMode="auto">
          <a:xfrm rot="0" flipH="0" flipV="0">
            <a:off x="826847" y="4640127"/>
            <a:ext cx="3195969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 i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Симметричная мостовая схема </a:t>
            </a:r>
            <a:endParaRPr/>
          </a:p>
        </p:txBody>
      </p:sp>
      <p:sp>
        <p:nvSpPr>
          <p:cNvPr id="953838165" name=""/>
          <p:cNvSpPr txBox="1"/>
          <p:nvPr/>
        </p:nvSpPr>
        <p:spPr bwMode="auto">
          <a:xfrm rot="0" flipH="0" flipV="0">
            <a:off x="6107688" y="4681704"/>
            <a:ext cx="2546706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i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Несимметричная мостовая схема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52084901" name="Рисунок 4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rot="16199999">
            <a:off x="7474262" y="2127746"/>
            <a:ext cx="6877515" cy="2582991"/>
          </a:xfrm>
          <a:prstGeom prst="rect">
            <a:avLst/>
          </a:prstGeom>
        </p:spPr>
      </p:pic>
      <p:sp>
        <p:nvSpPr>
          <p:cNvPr id="1650076421" name="TextBox 27"/>
          <p:cNvSpPr txBox="1"/>
          <p:nvPr/>
        </p:nvSpPr>
        <p:spPr bwMode="auto">
          <a:xfrm>
            <a:off x="207819" y="114628"/>
            <a:ext cx="6440005" cy="94523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2800" b="1" i="0" u="none" strike="noStrike" cap="none" spc="0">
                <a:ln>
                  <a:noFill/>
                </a:ln>
                <a:solidFill>
                  <a:srgbClr val="712073"/>
                </a:solidFill>
                <a:latin typeface="Times New Roman"/>
                <a:ea typeface="Times New Roman"/>
                <a:cs typeface="Times New Roman"/>
              </a:rPr>
              <a:t>Конструкции </a:t>
            </a:r>
            <a:r>
              <a:rPr lang="ru-RU" sz="2800" b="1" i="0" u="none" strike="noStrike" cap="none" spc="0">
                <a:ln>
                  <a:noFill/>
                </a:ln>
                <a:solidFill>
                  <a:srgbClr val="712073"/>
                </a:solidFill>
                <a:latin typeface="Times New Roman"/>
                <a:ea typeface="Times New Roman"/>
                <a:cs typeface="Times New Roman"/>
              </a:rPr>
              <a:t>систем импульсно-фазового управления</a:t>
            </a:r>
            <a:endParaRPr lang="ru-RU" sz="2800" b="1" i="0" u="none" strike="noStrike" cap="none" spc="0">
              <a:ln>
                <a:noFill/>
              </a:ln>
              <a:solidFill>
                <a:srgbClr val="712073"/>
              </a:solidFill>
              <a:latin typeface="Times New Roman"/>
              <a:cs typeface="Times New Roman"/>
            </a:endParaRPr>
          </a:p>
        </p:txBody>
      </p:sp>
      <p:sp>
        <p:nvSpPr>
          <p:cNvPr id="1436089500" name="Rectangle 12"/>
          <p:cNvSpPr/>
          <p:nvPr/>
        </p:nvSpPr>
        <p:spPr bwMode="auto">
          <a:xfrm>
            <a:off x="11468343" y="6553584"/>
            <a:ext cx="387900" cy="153887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pPr marL="0" marR="0" lvl="0" indent="0" algn="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C1F77D4-D990-3DB4-0008-AA26D406BE1E}" type="slidenum">
              <a:rPr lang="ru-RU" sz="10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fld>
            <a:endParaRPr lang="ru-RU" sz="1000" b="0" i="0" u="none" strike="noStrike" cap="none" spc="0">
              <a:ln>
                <a:noFill/>
              </a:ln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997473474" name="Прямая соединительная линия 17"/>
          <p:cNvCxnSpPr/>
          <p:nvPr/>
        </p:nvCxnSpPr>
        <p:spPr bwMode="auto">
          <a:xfrm>
            <a:off x="11611218" y="6400800"/>
            <a:ext cx="0" cy="457200"/>
          </a:xfrm>
          <a:prstGeom prst="line">
            <a:avLst/>
          </a:prstGeom>
          <a:ln>
            <a:solidFill>
              <a:schemeClr val="bg1"/>
            </a:solidFill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pic>
        <p:nvPicPr>
          <p:cNvPr id="368341443" name="Рисунок 1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rot="16199999">
            <a:off x="-3953694" y="3067902"/>
            <a:ext cx="6877515" cy="741709"/>
          </a:xfrm>
          <a:prstGeom prst="rect">
            <a:avLst/>
          </a:prstGeom>
        </p:spPr>
      </p:pic>
      <p:grpSp>
        <p:nvGrpSpPr>
          <p:cNvPr id="1112511107" name="Группа 7"/>
          <p:cNvGrpSpPr/>
          <p:nvPr/>
        </p:nvGrpSpPr>
        <p:grpSpPr bwMode="auto">
          <a:xfrm>
            <a:off x="9901955" y="359931"/>
            <a:ext cx="2022129" cy="1417606"/>
            <a:chOff x="4091277" y="2349597"/>
            <a:chExt cx="3638549" cy="2550793"/>
          </a:xfrm>
          <a:solidFill>
            <a:schemeClr val="bg1"/>
          </a:solidFill>
        </p:grpSpPr>
        <p:sp>
          <p:nvSpPr>
            <p:cNvPr id="676910137" name="Полилиния: фигура 8"/>
            <p:cNvSpPr/>
            <p:nvPr/>
          </p:nvSpPr>
          <p:spPr bwMode="auto">
            <a:xfrm>
              <a:off x="4091277" y="3925031"/>
              <a:ext cx="336231" cy="426719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fill="norm" stroke="1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sp>
          <p:nvSpPr>
            <p:cNvPr id="901084035" name="Полилиния: фигура 10"/>
            <p:cNvSpPr/>
            <p:nvPr/>
          </p:nvSpPr>
          <p:spPr bwMode="auto">
            <a:xfrm>
              <a:off x="6491577" y="3925031"/>
              <a:ext cx="336231" cy="425766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fill="norm" stroke="1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grpSp>
          <p:nvGrpSpPr>
            <p:cNvPr id="425712635" name="Рисунок 56"/>
            <p:cNvGrpSpPr/>
            <p:nvPr/>
          </p:nvGrpSpPr>
          <p:grpSpPr bwMode="auto">
            <a:xfrm>
              <a:off x="4471324" y="3925031"/>
              <a:ext cx="348613" cy="425766"/>
              <a:chOff x="4656771" y="3728083"/>
              <a:chExt cx="348613" cy="425766"/>
            </a:xfrm>
            <a:grpFill/>
          </p:grpSpPr>
          <p:sp>
            <p:nvSpPr>
              <p:cNvPr id="1861291051" name="Полилиния: фигура 34"/>
              <p:cNvSpPr/>
              <p:nvPr/>
            </p:nvSpPr>
            <p:spPr bwMode="auto">
              <a:xfrm>
                <a:off x="4656771" y="3728083"/>
                <a:ext cx="348613" cy="39051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fill="norm" stroke="1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Arial"/>
                  <a:cs typeface="Arial"/>
                </a:endParaRPr>
              </a:p>
            </p:txBody>
          </p:sp>
          <p:sp>
            <p:nvSpPr>
              <p:cNvPr id="1783422803" name="Полилиния: фигура 36"/>
              <p:cNvSpPr/>
              <p:nvPr/>
            </p:nvSpPr>
            <p:spPr bwMode="auto">
              <a:xfrm>
                <a:off x="4808218" y="3815714"/>
                <a:ext cx="44766" cy="338136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fill="norm" stroke="1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Arial"/>
                  <a:cs typeface="Arial"/>
                </a:endParaRPr>
              </a:p>
            </p:txBody>
          </p:sp>
        </p:grpSp>
        <p:grpSp>
          <p:nvGrpSpPr>
            <p:cNvPr id="1343614344" name="Рисунок 56"/>
            <p:cNvGrpSpPr/>
            <p:nvPr/>
          </p:nvGrpSpPr>
          <p:grpSpPr bwMode="auto">
            <a:xfrm>
              <a:off x="6878292" y="3916459"/>
              <a:ext cx="398143" cy="442911"/>
              <a:chOff x="7063740" y="3719511"/>
              <a:chExt cx="398143" cy="442911"/>
            </a:xfrm>
            <a:grpFill/>
          </p:grpSpPr>
          <p:sp>
            <p:nvSpPr>
              <p:cNvPr id="2074622293" name="Полилиния: фигура 31"/>
              <p:cNvSpPr/>
              <p:nvPr/>
            </p:nvSpPr>
            <p:spPr bwMode="auto">
              <a:xfrm>
                <a:off x="7063740" y="3719511"/>
                <a:ext cx="386714" cy="151446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fill="norm" stroke="1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Arial"/>
                  <a:cs typeface="Arial"/>
                </a:endParaRPr>
              </a:p>
            </p:txBody>
          </p:sp>
          <p:sp>
            <p:nvSpPr>
              <p:cNvPr id="914548094" name="Полилиния: фигура 32"/>
              <p:cNvSpPr/>
              <p:nvPr/>
            </p:nvSpPr>
            <p:spPr bwMode="auto">
              <a:xfrm>
                <a:off x="7064691" y="3920490"/>
                <a:ext cx="397191" cy="241933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fill="norm" stroke="1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Arial"/>
                  <a:cs typeface="Arial"/>
                </a:endParaRPr>
              </a:p>
            </p:txBody>
          </p:sp>
        </p:grpSp>
        <p:sp>
          <p:nvSpPr>
            <p:cNvPr id="711292378" name="Полилиния: фигура 14"/>
            <p:cNvSpPr/>
            <p:nvPr/>
          </p:nvSpPr>
          <p:spPr bwMode="auto">
            <a:xfrm>
              <a:off x="5407631" y="3925031"/>
              <a:ext cx="491490" cy="425766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fill="norm" stroke="1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Arial"/>
                <a:cs typeface="Arial"/>
              </a:endParaRPr>
            </a:p>
          </p:txBody>
        </p:sp>
        <p:grpSp>
          <p:nvGrpSpPr>
            <p:cNvPr id="1502402103" name="Рисунок 56"/>
            <p:cNvGrpSpPr/>
            <p:nvPr/>
          </p:nvGrpSpPr>
          <p:grpSpPr bwMode="auto">
            <a:xfrm>
              <a:off x="6013422" y="3925031"/>
              <a:ext cx="364806" cy="425766"/>
              <a:chOff x="6198869" y="3728083"/>
              <a:chExt cx="364806" cy="425766"/>
            </a:xfrm>
            <a:grpFill/>
          </p:grpSpPr>
          <p:sp>
            <p:nvSpPr>
              <p:cNvPr id="1725567401" name="Полилиния: фигура 29"/>
              <p:cNvSpPr/>
              <p:nvPr/>
            </p:nvSpPr>
            <p:spPr bwMode="auto">
              <a:xfrm>
                <a:off x="6198869" y="3728083"/>
                <a:ext cx="42861" cy="425766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fill="norm" stroke="1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Arial"/>
                  <a:cs typeface="Arial"/>
                </a:endParaRPr>
              </a:p>
            </p:txBody>
          </p:sp>
          <p:sp>
            <p:nvSpPr>
              <p:cNvPr id="1327781744" name="Полилиния: фигура 30"/>
              <p:cNvSpPr/>
              <p:nvPr/>
            </p:nvSpPr>
            <p:spPr bwMode="auto">
              <a:xfrm>
                <a:off x="6312216" y="3728083"/>
                <a:ext cx="251460" cy="425766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fill="norm" stroke="1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Arial"/>
                  <a:cs typeface="Arial"/>
                </a:endParaRPr>
              </a:p>
            </p:txBody>
          </p:sp>
        </p:grpSp>
        <p:grpSp>
          <p:nvGrpSpPr>
            <p:cNvPr id="343102681" name="Рисунок 56"/>
            <p:cNvGrpSpPr/>
            <p:nvPr/>
          </p:nvGrpSpPr>
          <p:grpSpPr bwMode="auto">
            <a:xfrm>
              <a:off x="4852324" y="3924079"/>
              <a:ext cx="360996" cy="426719"/>
              <a:chOff x="5037771" y="3727131"/>
              <a:chExt cx="360996" cy="426719"/>
            </a:xfrm>
            <a:grpFill/>
          </p:grpSpPr>
          <p:sp>
            <p:nvSpPr>
              <p:cNvPr id="733081726" name="Полилиния: фигура 26"/>
              <p:cNvSpPr/>
              <p:nvPr/>
            </p:nvSpPr>
            <p:spPr bwMode="auto">
              <a:xfrm>
                <a:off x="5037771" y="3728083"/>
                <a:ext cx="156209" cy="261936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fill="norm" stroke="1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Arial"/>
                  <a:cs typeface="Arial"/>
                </a:endParaRPr>
              </a:p>
            </p:txBody>
          </p:sp>
          <p:sp>
            <p:nvSpPr>
              <p:cNvPr id="1062655808" name="Полилиния: фигура 28"/>
              <p:cNvSpPr/>
              <p:nvPr/>
            </p:nvSpPr>
            <p:spPr bwMode="auto">
              <a:xfrm>
                <a:off x="5093969" y="3727131"/>
                <a:ext cx="304799" cy="426719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fill="norm" stroke="1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Arial"/>
                  <a:cs typeface="Arial"/>
                </a:endParaRPr>
              </a:p>
            </p:txBody>
          </p:sp>
        </p:grpSp>
        <p:grpSp>
          <p:nvGrpSpPr>
            <p:cNvPr id="501367799" name="Рисунок 56"/>
            <p:cNvGrpSpPr/>
            <p:nvPr/>
          </p:nvGrpSpPr>
          <p:grpSpPr bwMode="auto">
            <a:xfrm>
              <a:off x="7301202" y="3925031"/>
              <a:ext cx="428625" cy="425766"/>
              <a:chOff x="7486650" y="3728083"/>
              <a:chExt cx="428625" cy="425766"/>
            </a:xfrm>
            <a:grpFill/>
          </p:grpSpPr>
          <p:sp>
            <p:nvSpPr>
              <p:cNvPr id="1220636387" name="Полилиния: фигура 24"/>
              <p:cNvSpPr/>
              <p:nvPr/>
            </p:nvSpPr>
            <p:spPr bwMode="auto">
              <a:xfrm>
                <a:off x="7633333" y="4011928"/>
                <a:ext cx="136206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fill="norm" stroke="1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Arial"/>
                  <a:cs typeface="Arial"/>
                </a:endParaRPr>
              </a:p>
            </p:txBody>
          </p:sp>
          <p:sp>
            <p:nvSpPr>
              <p:cNvPr id="1670706219" name="Полилиния: фигура 25"/>
              <p:cNvSpPr/>
              <p:nvPr/>
            </p:nvSpPr>
            <p:spPr bwMode="auto">
              <a:xfrm>
                <a:off x="7486650" y="3728083"/>
                <a:ext cx="428625" cy="425766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fill="norm" stroke="1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Arial"/>
                  <a:cs typeface="Arial"/>
                </a:endParaRPr>
              </a:p>
            </p:txBody>
          </p:sp>
        </p:grpSp>
        <p:grpSp>
          <p:nvGrpSpPr>
            <p:cNvPr id="1591168110" name="Рисунок 56"/>
            <p:cNvGrpSpPr/>
            <p:nvPr/>
          </p:nvGrpSpPr>
          <p:grpSpPr bwMode="auto">
            <a:xfrm>
              <a:off x="4804699" y="2349597"/>
              <a:ext cx="2550794" cy="2550793"/>
              <a:chOff x="4990146" y="2152649"/>
              <a:chExt cx="2550794" cy="2550793"/>
            </a:xfrm>
            <a:grpFill/>
          </p:grpSpPr>
          <p:sp>
            <p:nvSpPr>
              <p:cNvPr id="1487706679" name="Полилиния: фигура 22"/>
              <p:cNvSpPr/>
              <p:nvPr/>
            </p:nvSpPr>
            <p:spPr bwMode="auto">
              <a:xfrm>
                <a:off x="5540691" y="4247196"/>
                <a:ext cx="1701163" cy="456246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fill="norm" stroke="1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Arial"/>
                  <a:cs typeface="Arial"/>
                </a:endParaRPr>
              </a:p>
            </p:txBody>
          </p:sp>
          <p:sp>
            <p:nvSpPr>
              <p:cNvPr id="1861159198" name="Полилиния: фигура 23"/>
              <p:cNvSpPr/>
              <p:nvPr/>
            </p:nvSpPr>
            <p:spPr bwMode="auto">
              <a:xfrm>
                <a:off x="4990146" y="2152649"/>
                <a:ext cx="2550794" cy="1547811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fill="norm" stroke="1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Arial"/>
                  <a:cs typeface="Arial"/>
                </a:endParaRPr>
              </a:p>
            </p:txBody>
          </p:sp>
        </p:grpSp>
      </p:grpSp>
      <p:sp>
        <p:nvSpPr>
          <p:cNvPr id="964250626" name="TextBox 46"/>
          <p:cNvSpPr txBox="1"/>
          <p:nvPr/>
        </p:nvSpPr>
        <p:spPr bwMode="auto">
          <a:xfrm>
            <a:off x="8329896" y="2381145"/>
            <a:ext cx="3707298" cy="36933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b="1" spc="-4">
                <a:solidFill>
                  <a:srgbClr val="FFFFFF"/>
                </a:solidFill>
                <a:latin typeface="Arial Black"/>
                <a:cs typeface="Arial Black"/>
              </a:rPr>
              <a:t>/</a:t>
            </a:r>
            <a:endParaRPr lang="ru-RU" sz="400" b="0" i="0" u="none" strike="noStrike" cap="none" spc="-4">
              <a:ln>
                <a:noFill/>
              </a:ln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29580836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rot="0" flipH="0" flipV="0">
            <a:off x="436666" y="1259370"/>
            <a:ext cx="3498746" cy="2373927"/>
          </a:xfrm>
          <a:prstGeom prst="rect">
            <a:avLst/>
          </a:prstGeom>
        </p:spPr>
      </p:pic>
      <p:sp>
        <p:nvSpPr>
          <p:cNvPr id="165357206" name=""/>
          <p:cNvSpPr txBox="1"/>
          <p:nvPr/>
        </p:nvSpPr>
        <p:spPr bwMode="auto">
          <a:xfrm rot="0" flipH="0" flipV="0">
            <a:off x="724285" y="3533277"/>
            <a:ext cx="2244623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>
                <a:latin typeface="Times New Roman"/>
                <a:ea typeface="Times New Roman"/>
                <a:cs typeface="Times New Roman"/>
              </a:rPr>
              <a:t>СИФУ на </a:t>
            </a:r>
            <a:r>
              <a:rPr lang="en-US">
                <a:latin typeface="Times New Roman"/>
                <a:ea typeface="Times New Roman"/>
                <a:cs typeface="Times New Roman"/>
              </a:rPr>
              <a:t>RC</a:t>
            </a:r>
            <a:r>
              <a:rPr lang="ru-RU">
                <a:latin typeface="Times New Roman"/>
                <a:ea typeface="Times New Roman"/>
                <a:cs typeface="Times New Roman"/>
              </a:rPr>
              <a:t>-</a:t>
            </a:r>
            <a:r>
              <a:rPr lang="ru-RU">
                <a:latin typeface="Times New Roman"/>
                <a:ea typeface="Times New Roman"/>
                <a:cs typeface="Times New Roman"/>
              </a:rPr>
              <a:t>цепях</a:t>
            </a:r>
            <a:endParaRPr>
              <a:latin typeface="Times New Roman"/>
              <a:cs typeface="Times New Roman"/>
            </a:endParaRPr>
          </a:p>
        </p:txBody>
      </p:sp>
      <p:pic>
        <p:nvPicPr>
          <p:cNvPr id="1962645160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rot="0" flipH="0" flipV="0">
            <a:off x="4813753" y="1259370"/>
            <a:ext cx="4412846" cy="3386860"/>
          </a:xfrm>
          <a:prstGeom prst="rect">
            <a:avLst/>
          </a:prstGeom>
        </p:spPr>
      </p:pic>
      <p:sp>
        <p:nvSpPr>
          <p:cNvPr id="2052120052" name=""/>
          <p:cNvSpPr txBox="1"/>
          <p:nvPr/>
        </p:nvSpPr>
        <p:spPr bwMode="auto">
          <a:xfrm rot="0" flipH="0" flipV="0">
            <a:off x="4813753" y="4722314"/>
            <a:ext cx="4413566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>
                <a:latin typeface="Times New Roman"/>
                <a:ea typeface="Times New Roman"/>
                <a:cs typeface="Times New Roman"/>
              </a:rPr>
              <a:t>СИФУ на </a:t>
            </a:r>
            <a:r>
              <a:rPr lang="ru-RU">
                <a:latin typeface="Times New Roman"/>
                <a:ea typeface="Times New Roman"/>
                <a:cs typeface="Times New Roman"/>
              </a:rPr>
              <a:t>микросхем</a:t>
            </a:r>
            <a:r>
              <a:rPr lang="ru-RU">
                <a:latin typeface="Times New Roman"/>
                <a:ea typeface="Times New Roman"/>
                <a:cs typeface="Times New Roman"/>
              </a:rPr>
              <a:t>е таймера </a:t>
            </a:r>
            <a:r>
              <a:rPr lang="en-US">
                <a:latin typeface="Times New Roman"/>
                <a:ea typeface="Times New Roman"/>
                <a:cs typeface="Times New Roman"/>
              </a:rPr>
              <a:t>NE555</a:t>
            </a:r>
            <a:endParaRPr>
              <a:latin typeface="Times New Roman"/>
              <a:cs typeface="Times New Roman"/>
            </a:endParaRPr>
          </a:p>
        </p:txBody>
      </p:sp>
      <p:pic>
        <p:nvPicPr>
          <p:cNvPr id="1384281416" name="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 rot="0" flipH="0" flipV="0">
            <a:off x="436666" y="4188322"/>
            <a:ext cx="3569593" cy="1674181"/>
          </a:xfrm>
          <a:prstGeom prst="rect">
            <a:avLst/>
          </a:prstGeom>
        </p:spPr>
      </p:pic>
      <p:sp>
        <p:nvSpPr>
          <p:cNvPr id="53263126" name=""/>
          <p:cNvSpPr txBox="1"/>
          <p:nvPr/>
        </p:nvSpPr>
        <p:spPr bwMode="auto">
          <a:xfrm rot="0" flipH="0" flipV="0">
            <a:off x="436666" y="5862503"/>
            <a:ext cx="3811338" cy="6404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>
                <a:latin typeface="Times New Roman"/>
                <a:ea typeface="Times New Roman"/>
                <a:cs typeface="Times New Roman"/>
              </a:rPr>
              <a:t>СИФУ на </a:t>
            </a:r>
            <a:r>
              <a:rPr lang="ru-RU">
                <a:latin typeface="Times New Roman"/>
                <a:ea typeface="Times New Roman"/>
                <a:cs typeface="Times New Roman"/>
              </a:rPr>
              <a:t>специализированной микросхеме </a:t>
            </a:r>
            <a:r>
              <a:rPr lang="ru-RU" sz="18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КР1182ПМ1 </a:t>
            </a:r>
            <a:r>
              <a:rPr lang="ru-RU">
                <a:latin typeface="Times New Roman"/>
                <a:ea typeface="Times New Roman"/>
                <a:cs typeface="Times New Roman"/>
              </a:rPr>
              <a:t> </a:t>
            </a:r>
            <a:endParaRPr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65433593" name="Рисунок 4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rot="16199999" flipH="0" flipV="0">
            <a:off x="7438683" y="2101930"/>
            <a:ext cx="6877515" cy="2654137"/>
          </a:xfrm>
          <a:prstGeom prst="rect">
            <a:avLst/>
          </a:prstGeom>
        </p:spPr>
      </p:pic>
      <p:sp>
        <p:nvSpPr>
          <p:cNvPr id="1623556643" name="TextBox 27"/>
          <p:cNvSpPr txBox="1"/>
          <p:nvPr/>
        </p:nvSpPr>
        <p:spPr bwMode="auto">
          <a:xfrm>
            <a:off x="226726" y="39814"/>
            <a:ext cx="7842452" cy="94523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2800" b="1" i="0" u="none" strike="noStrike" cap="none" spc="0">
                <a:ln>
                  <a:noFill/>
                </a:ln>
                <a:solidFill>
                  <a:srgbClr val="712073"/>
                </a:solidFill>
                <a:latin typeface="Times New Roman"/>
                <a:cs typeface="Times New Roman"/>
              </a:rPr>
              <a:t>Анализ конструкций </a:t>
            </a:r>
            <a:r>
              <a:rPr lang="ru-RU" sz="2800" b="1" i="0" u="none" strike="noStrike" cap="none" spc="0">
                <a:ln>
                  <a:noFill/>
                </a:ln>
                <a:solidFill>
                  <a:srgbClr val="712073"/>
                </a:solidFill>
                <a:latin typeface="Times New Roman"/>
                <a:ea typeface="Times New Roman"/>
                <a:cs typeface="Times New Roman"/>
              </a:rPr>
              <a:t>систем импульсно-фазового управления</a:t>
            </a:r>
            <a:endParaRPr/>
          </a:p>
        </p:txBody>
      </p:sp>
      <p:sp>
        <p:nvSpPr>
          <p:cNvPr id="815672897" name="Rectangle 12"/>
          <p:cNvSpPr/>
          <p:nvPr/>
        </p:nvSpPr>
        <p:spPr bwMode="auto"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pPr marL="0" marR="0" lvl="0" indent="0" algn="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E423E46-B7A0-4744-B3E1-320992BDBEC7}" type="slidenum">
              <a:rPr lang="ru-RU" sz="10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Arial"/>
                <a:ea typeface="+mn-ea"/>
                <a:cs typeface="+mn-cs"/>
              </a:rPr>
              <a:t>3</a:t>
            </a:fld>
            <a:endParaRPr lang="ru-RU" sz="1000" b="0" i="0" u="none" strike="noStrike" cap="none" spc="0">
              <a:ln>
                <a:noFill/>
              </a:ln>
              <a:solidFill>
                <a:srgbClr val="FFFFFF"/>
              </a:solidFill>
              <a:latin typeface="Arial"/>
              <a:ea typeface="+mn-ea"/>
              <a:cs typeface="+mn-cs"/>
            </a:endParaRPr>
          </a:p>
        </p:txBody>
      </p:sp>
      <p:cxnSp>
        <p:nvCxnSpPr>
          <p:cNvPr id="927702024" name="Прямая соединительная линия 17"/>
          <p:cNvCxnSpPr/>
          <p:nvPr/>
        </p:nvCxnSpPr>
        <p:spPr bwMode="auto">
          <a:xfrm>
            <a:off x="11611219" y="6400800"/>
            <a:ext cx="0" cy="457200"/>
          </a:xfrm>
          <a:prstGeom prst="line">
            <a:avLst/>
          </a:prstGeom>
          <a:ln>
            <a:solidFill>
              <a:schemeClr val="bg1"/>
            </a:solidFill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776778197" name="TextBox 11"/>
          <p:cNvSpPr txBox="1"/>
          <p:nvPr/>
        </p:nvSpPr>
        <p:spPr bwMode="auto">
          <a:xfrm>
            <a:off x="8329897" y="2381146"/>
            <a:ext cx="3707298" cy="49244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0" marR="0" lvl="0" indent="0" algn="l" defTabSz="914400" rtl="0">
              <a:lnSpc>
                <a:spcPct val="100000"/>
              </a:lnSpc>
              <a:spcAft>
                <a:spcPts val="600"/>
              </a:spcAft>
              <a:buClrTx/>
              <a:buSzTx/>
              <a:buFontTx/>
              <a:buNone/>
              <a:defRPr/>
            </a:pPr>
            <a:br>
              <a:rPr lang="ru-RU" sz="1400" b="1" i="0" u="none" strike="noStrike" cap="none" spc="-5">
                <a:ln>
                  <a:noFill/>
                </a:ln>
                <a:solidFill>
                  <a:srgbClr val="FFFFFF"/>
                </a:solidFill>
                <a:latin typeface="Arial"/>
                <a:ea typeface="+mn-ea"/>
                <a:cs typeface="Arial"/>
              </a:rPr>
            </a:br>
            <a:endParaRPr lang="ru-RU" sz="1200" b="0" i="0" u="none" strike="noStrike" cap="none" spc="-5">
              <a:ln>
                <a:noFill/>
              </a:ln>
              <a:solidFill>
                <a:srgbClr val="FFFFFF"/>
              </a:solidFill>
              <a:latin typeface="Arial"/>
              <a:ea typeface="+mn-ea"/>
              <a:cs typeface="Arial"/>
            </a:endParaRPr>
          </a:p>
        </p:txBody>
      </p:sp>
      <p:pic>
        <p:nvPicPr>
          <p:cNvPr id="1897525090" name="Рисунок 1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rot="16199999">
            <a:off x="-3953694" y="3067903"/>
            <a:ext cx="6877515" cy="741710"/>
          </a:xfrm>
          <a:prstGeom prst="rect">
            <a:avLst/>
          </a:prstGeom>
        </p:spPr>
      </p:pic>
      <p:grpSp>
        <p:nvGrpSpPr>
          <p:cNvPr id="1898471351" name="Группа 7"/>
          <p:cNvGrpSpPr/>
          <p:nvPr/>
        </p:nvGrpSpPr>
        <p:grpSpPr bwMode="auto">
          <a:xfrm>
            <a:off x="9743356" y="420456"/>
            <a:ext cx="2022129" cy="1417607"/>
            <a:chOff x="4091278" y="2349598"/>
            <a:chExt cx="3638550" cy="2550793"/>
          </a:xfrm>
          <a:solidFill>
            <a:schemeClr val="bg1"/>
          </a:solidFill>
        </p:grpSpPr>
        <p:sp>
          <p:nvSpPr>
            <p:cNvPr id="9" name="Полилиния: фигура 8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fill="norm" stroke="1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1" name="Полилиния: фигура 10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fill="norm" stroke="1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13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35" name="Полилиния: фигура 34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fill="norm" stroke="1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37" name="Полилиния: фигура 36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fill="norm" stroke="1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4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32" name="Полилиния: фигура 31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fill="norm" stroke="1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33" name="Полилиния: фигура 32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fill="norm" stroke="1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15" name="Полилиния: фигура 14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fill="norm" stroke="1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17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30" name="Полилиния: фигура 29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fill="norm" stroke="1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31" name="Полилиния: фигура 30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fill="norm" stroke="1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9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27" name="Полилиния: фигура 26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fill="norm" stroke="1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9" name="Полилиния: фигура 28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fill="norm" stroke="1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0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25" name="Полилиния: фигура 24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fill="norm" stroke="1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6" name="Полилиния: фигура 25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fill="norm" stroke="1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2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23" name="Полилиния: фигура 22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fill="norm" stroke="1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4" name="Полилиния: фигура 23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fill="norm" stroke="1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</p:grpSp>
      <p:graphicFrame>
        <p:nvGraphicFramePr>
          <p:cNvPr id="467734978" name="Таблица 3"/>
          <p:cNvGraphicFramePr>
            <a:graphicFrameLocks xmlns:a="http://schemas.openxmlformats.org/drawingml/2006/main" noGrp="1"/>
          </p:cNvGraphicFramePr>
          <p:nvPr/>
        </p:nvGraphicFramePr>
        <p:xfrm rot="0">
          <a:off x="1095703" y="1375407"/>
          <a:ext cx="7664121" cy="4578639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{B301B821-A1FF-4177-AEE7-76D212191A09}</a:tableStyleId>
              </a:tblPr>
              <a:tblGrid>
                <a:gridCol w="2554707"/>
                <a:gridCol w="2554707"/>
                <a:gridCol w="2554707"/>
              </a:tblGrid>
              <a:tr h="566178">
                <a:tc>
                  <a:txBody>
                    <a:bodyPr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ru-RU" sz="1600" b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Метод</a:t>
                      </a:r>
                      <a:endParaRPr/>
                    </a:p>
                    <a:p>
                      <a:pPr>
                        <a:defRPr/>
                      </a:pPr>
                      <a:endParaRPr lang="ru-RU" sz="1600" b="0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ru-RU" sz="1600" b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Преимущества </a:t>
                      </a:r>
                      <a:endParaRPr/>
                    </a:p>
                  </a:txBody>
                  <a:tcPr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 sz="1600" b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Недостатки</a:t>
                      </a:r>
                      <a:endParaRPr/>
                    </a:p>
                  </a:txBody>
                  <a:tcPr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</a:tr>
              <a:tr h="566178">
                <a:tc>
                  <a:txBody>
                    <a:bodyPr/>
                    <a:p>
                      <a:pPr>
                        <a:defRPr/>
                      </a:pPr>
                      <a:r>
                        <a:rPr lang="en-US" sz="1600">
                          <a:latin typeface="Times New Roman"/>
                          <a:cs typeface="Times New Roman"/>
                        </a:rPr>
                        <a:t>RC</a:t>
                      </a:r>
                      <a:r>
                        <a:rPr lang="ru-RU" sz="1600">
                          <a:latin typeface="Times New Roman"/>
                          <a:cs typeface="Times New Roman"/>
                        </a:rPr>
                        <a:t>-цепи</a:t>
                      </a:r>
                      <a:endParaRPr lang="ru-RU" sz="1600" b="1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 sz="1600" b="0" i="0" u="none" strike="noStrike" cap="none" spc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минимальное количество компонентов, примитивность</a:t>
                      </a:r>
                      <a:endParaRPr lang="ru-RU" sz="1600" b="1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 sz="1600" b="0" i="0" u="none" strike="noStrike" cap="none" spc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Тепловой дрейф, нелинейность, узкий диапазон, </a:t>
                      </a:r>
                      <a:r>
                        <a:rPr lang="ru-RU" sz="1600" b="0" i="0" u="none" strike="noStrike" cap="none" spc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сложность в интеграции цифрового управления</a:t>
                      </a:r>
                      <a:endParaRPr lang="ru-RU" sz="1600" b="1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</a:tr>
              <a:tr h="1042960"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 sz="1600">
                          <a:latin typeface="Times New Roman"/>
                          <a:cs typeface="Times New Roman"/>
                        </a:rPr>
                        <a:t>Частотозадающая микросхема</a:t>
                      </a:r>
                      <a:endParaRPr lang="ru-RU" sz="1600" b="1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 sz="1600">
                          <a:latin typeface="Times New Roman"/>
                          <a:cs typeface="Times New Roman"/>
                        </a:rPr>
                        <a:t>Малое количество компонентов, примитивность</a:t>
                      </a:r>
                      <a:endParaRPr lang="ru-RU" sz="1600" b="1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 sz="1600">
                          <a:latin typeface="Times New Roman"/>
                          <a:cs typeface="Times New Roman"/>
                        </a:rPr>
                        <a:t>Тепловой дрейф, </a:t>
                      </a:r>
                      <a:r>
                        <a:rPr lang="ru-RU" sz="1600" b="0" i="0" u="none" strike="noStrike" cap="none" spc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сложность в интеграции цифрового управления</a:t>
                      </a:r>
                      <a:endParaRPr lang="ru-RU" sz="1600" b="1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</a:tr>
              <a:tr h="729106"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 sz="1600">
                          <a:latin typeface="Times New Roman"/>
                          <a:cs typeface="Times New Roman"/>
                        </a:rPr>
                        <a:t>Специализированная микросхема </a:t>
                      </a:r>
                      <a:endParaRPr lang="ru-RU" sz="1600" b="1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 sz="1600">
                          <a:latin typeface="Times New Roman"/>
                          <a:cs typeface="Times New Roman"/>
                        </a:rPr>
                        <a:t>Функция плавного пуска, встроенные тиристоры, миниатюрность</a:t>
                      </a:r>
                      <a:endParaRPr lang="ru-RU" sz="1600" b="1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 sz="1600">
                          <a:latin typeface="Times New Roman"/>
                          <a:cs typeface="Times New Roman"/>
                        </a:rPr>
                        <a:t>Частые сбои, </a:t>
                      </a:r>
                      <a:r>
                        <a:rPr lang="ru-RU" sz="1600" b="0" i="0" u="none" strike="noStrike" cap="none" spc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сложность в интеграции цифрового управления</a:t>
                      </a:r>
                      <a:endParaRPr lang="ru-RU" sz="1600" b="1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</a:tr>
              <a:tr h="566178"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 sz="1600">
                          <a:latin typeface="Times New Roman"/>
                          <a:cs typeface="Times New Roman"/>
                        </a:rPr>
                        <a:t>Микроконтроллер</a:t>
                      </a:r>
                      <a:endParaRPr lang="ru-RU" sz="1600" b="1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 sz="1600">
                          <a:latin typeface="Times New Roman"/>
                          <a:cs typeface="Times New Roman"/>
                        </a:rPr>
                        <a:t>Гибкость, высокая точность</a:t>
                      </a:r>
                      <a:endParaRPr lang="ru-RU" sz="1600" b="1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ru-RU" sz="1600">
                          <a:latin typeface="Times New Roman"/>
                          <a:cs typeface="Times New Roman"/>
                        </a:rPr>
                        <a:t>Сложность в разработке, повышенные требования к электропитанию</a:t>
                      </a:r>
                      <a:endParaRPr lang="ru-RU" sz="1600" b="1">
                        <a:solidFill>
                          <a:schemeClr val="tx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 algn="ctr">
                      <a:solidFill>
                        <a:schemeClr val="tx1"/>
                      </a:solidFill>
                    </a:lnL>
                    <a:lnR w="12700" algn="ctr">
                      <a:solidFill>
                        <a:schemeClr val="tx1"/>
                      </a:solidFill>
                    </a:lnR>
                    <a:lnT w="12700" algn="ctr">
                      <a:solidFill>
                        <a:schemeClr val="tx1"/>
                      </a:solidFill>
                    </a:lnT>
                    <a:lnB w="12700" algn="ctr">
                      <a:solidFill>
                        <a:schemeClr val="tx1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33596715" name="Рисунок 4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rot="16199999">
            <a:off x="7464101" y="2127338"/>
            <a:ext cx="6877515" cy="2603313"/>
          </a:xfrm>
          <a:prstGeom prst="rect">
            <a:avLst/>
          </a:prstGeom>
        </p:spPr>
      </p:pic>
      <p:sp>
        <p:nvSpPr>
          <p:cNvPr id="905622807" name="TextBox 27"/>
          <p:cNvSpPr txBox="1"/>
          <p:nvPr/>
        </p:nvSpPr>
        <p:spPr bwMode="auto">
          <a:xfrm>
            <a:off x="226726" y="39814"/>
            <a:ext cx="7641759" cy="51851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2800" b="1">
                <a:solidFill>
                  <a:srgbClr val="712073"/>
                </a:solidFill>
                <a:latin typeface="Times New Roman"/>
                <a:cs typeface="Times New Roman"/>
              </a:rPr>
              <a:t>Моделирование в среде </a:t>
            </a:r>
            <a:r>
              <a:rPr lang="en-US" sz="2800" b="1">
                <a:solidFill>
                  <a:srgbClr val="712073"/>
                </a:solidFill>
                <a:latin typeface="Times New Roman"/>
                <a:cs typeface="Times New Roman"/>
              </a:rPr>
              <a:t>PROTEUS</a:t>
            </a:r>
            <a:endParaRPr lang="ru-RU" sz="2800" b="1" i="0" u="none" strike="noStrike" cap="none" spc="0">
              <a:ln>
                <a:noFill/>
              </a:ln>
              <a:solidFill>
                <a:srgbClr val="712073"/>
              </a:solidFill>
              <a:latin typeface="Times New Roman"/>
              <a:cs typeface="Times New Roman"/>
            </a:endParaRPr>
          </a:p>
        </p:txBody>
      </p:sp>
      <p:sp>
        <p:nvSpPr>
          <p:cNvPr id="1780816193" name="Rectangle 12"/>
          <p:cNvSpPr/>
          <p:nvPr/>
        </p:nvSpPr>
        <p:spPr bwMode="auto"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pPr marL="0" marR="0" lvl="0" indent="0" algn="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E423E46-B7A0-4744-B3E1-320992BDBEC7}" type="slidenum">
              <a:rPr lang="ru-RU" sz="10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Arial"/>
                <a:ea typeface="+mn-ea"/>
                <a:cs typeface="+mn-cs"/>
              </a:rPr>
              <a:t>5</a:t>
            </a:fld>
            <a:endParaRPr lang="ru-RU" sz="1000" b="0" i="0" u="none" strike="noStrike" cap="none" spc="0">
              <a:ln>
                <a:noFill/>
              </a:ln>
              <a:solidFill>
                <a:srgbClr val="FFFFFF"/>
              </a:solidFill>
              <a:latin typeface="Arial"/>
              <a:ea typeface="+mn-ea"/>
              <a:cs typeface="+mn-cs"/>
            </a:endParaRPr>
          </a:p>
        </p:txBody>
      </p:sp>
      <p:cxnSp>
        <p:nvCxnSpPr>
          <p:cNvPr id="461152868" name="Прямая соединительная линия 17"/>
          <p:cNvCxnSpPr/>
          <p:nvPr/>
        </p:nvCxnSpPr>
        <p:spPr bwMode="auto">
          <a:xfrm>
            <a:off x="11611219" y="6400800"/>
            <a:ext cx="0" cy="457200"/>
          </a:xfrm>
          <a:prstGeom prst="line">
            <a:avLst/>
          </a:prstGeom>
          <a:ln>
            <a:solidFill>
              <a:schemeClr val="bg1"/>
            </a:solidFill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pic>
        <p:nvPicPr>
          <p:cNvPr id="1756809512" name="Рисунок 1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rot="16199999">
            <a:off x="-3953694" y="3067903"/>
            <a:ext cx="6877515" cy="741710"/>
          </a:xfrm>
          <a:prstGeom prst="rect">
            <a:avLst/>
          </a:prstGeom>
        </p:spPr>
      </p:pic>
      <p:grpSp>
        <p:nvGrpSpPr>
          <p:cNvPr id="256327785" name="Группа 7"/>
          <p:cNvGrpSpPr/>
          <p:nvPr/>
        </p:nvGrpSpPr>
        <p:grpSpPr bwMode="auto">
          <a:xfrm>
            <a:off x="9891794" y="420456"/>
            <a:ext cx="2022129" cy="1417607"/>
            <a:chOff x="4091278" y="2349598"/>
            <a:chExt cx="3638550" cy="2550793"/>
          </a:xfrm>
          <a:solidFill>
            <a:schemeClr val="bg1"/>
          </a:solidFill>
        </p:grpSpPr>
        <p:sp>
          <p:nvSpPr>
            <p:cNvPr id="9" name="Полилиния: фигура 8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fill="norm" stroke="1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1" name="Полилиния: фигура 10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fill="norm" stroke="1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13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35" name="Полилиния: фигура 34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fill="norm" stroke="1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37" name="Полилиния: фигура 36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fill="norm" stroke="1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4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32" name="Полилиния: фигура 31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fill="norm" stroke="1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33" name="Полилиния: фигура 32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fill="norm" stroke="1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15" name="Полилиния: фигура 14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fill="norm" stroke="1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17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30" name="Полилиния: фигура 29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fill="norm" stroke="1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31" name="Полилиния: фигура 30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fill="norm" stroke="1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9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27" name="Полилиния: фигура 26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fill="norm" stroke="1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9" name="Полилиния: фигура 28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fill="norm" stroke="1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0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25" name="Полилиния: фигура 24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fill="norm" stroke="1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6" name="Полилиния: фигура 25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fill="norm" stroke="1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2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23" name="Полилиния: фигура 22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fill="norm" stroke="1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4" name="Полилиния: фигура 23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fill="norm" stroke="1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</p:grpSp>
      <p:pic>
        <p:nvPicPr>
          <p:cNvPr id="2000020350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5081279" y="1205446"/>
            <a:ext cx="4405807" cy="3413140"/>
          </a:xfrm>
          <a:prstGeom prst="rect">
            <a:avLst/>
          </a:prstGeom>
        </p:spPr>
      </p:pic>
      <p:pic>
        <p:nvPicPr>
          <p:cNvPr id="992172118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rot="0" flipH="0" flipV="0">
            <a:off x="149026" y="1205446"/>
            <a:ext cx="4813159" cy="3230080"/>
          </a:xfrm>
          <a:prstGeom prst="rect">
            <a:avLst/>
          </a:prstGeom>
        </p:spPr>
      </p:pic>
      <p:sp>
        <p:nvSpPr>
          <p:cNvPr id="101972216" name=""/>
          <p:cNvSpPr txBox="1"/>
          <p:nvPr/>
        </p:nvSpPr>
        <p:spPr bwMode="auto">
          <a:xfrm rot="0" flipH="0" flipV="0">
            <a:off x="164876" y="4539254"/>
            <a:ext cx="4799109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ru-RU">
                <a:latin typeface="Times New Roman"/>
                <a:ea typeface="Times New Roman"/>
                <a:cs typeface="Times New Roman"/>
              </a:rPr>
              <a:t>Принципиальная схема ВУ в </a:t>
            </a:r>
            <a:r>
              <a:rPr lang="en-US">
                <a:latin typeface="Times New Roman"/>
                <a:ea typeface="Times New Roman"/>
                <a:cs typeface="Times New Roman"/>
              </a:rPr>
              <a:t>PROTEUS</a:t>
            </a:r>
            <a:endParaRPr/>
          </a:p>
        </p:txBody>
      </p:sp>
      <p:sp>
        <p:nvSpPr>
          <p:cNvPr id="1915787846" name=""/>
          <p:cNvSpPr txBox="1"/>
          <p:nvPr/>
        </p:nvSpPr>
        <p:spPr bwMode="auto">
          <a:xfrm rot="0" flipH="0" flipV="0">
            <a:off x="5116745" y="4539254"/>
            <a:ext cx="4384021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ru-RU">
                <a:latin typeface="Times New Roman"/>
                <a:ea typeface="Times New Roman"/>
                <a:cs typeface="Times New Roman"/>
              </a:rPr>
              <a:t>Выходная осциллограмма сигнала</a:t>
            </a:r>
            <a:endParaRPr/>
          </a:p>
        </p:txBody>
      </p:sp>
      <p:sp>
        <p:nvSpPr>
          <p:cNvPr id="232629534" name=""/>
          <p:cNvSpPr txBox="1"/>
          <p:nvPr/>
        </p:nvSpPr>
        <p:spPr bwMode="auto">
          <a:xfrm rot="0" flipH="0" flipV="0">
            <a:off x="9623356" y="2226623"/>
            <a:ext cx="2610097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934270905" name="TextBox 46"/>
          <p:cNvSpPr txBox="1"/>
          <p:nvPr/>
        </p:nvSpPr>
        <p:spPr bwMode="auto">
          <a:xfrm flipH="0" flipV="0">
            <a:off x="9673148" y="2168524"/>
            <a:ext cx="2525300" cy="173771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l">
              <a:defRPr/>
            </a:pPr>
            <a:r>
              <a:rPr lang="ru-RU" b="0" spc="-4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На графике, цифре 1 соответствует угол открытия тиристоров </a:t>
            </a:r>
            <a:r>
              <a:rPr lang="ru-RU" sz="1800" b="0" i="0" u="none" strike="noStrike" cap="none" spc="-4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α ≈ 80°</a:t>
            </a:r>
            <a:r>
              <a:rPr lang="ru-RU" b="0" spc="-4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, цифре 2 угол </a:t>
            </a:r>
            <a:r>
              <a:rPr lang="ru-RU" sz="1800" b="0" i="0" u="none" strike="noStrike" cap="none" spc="-4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α ≈ 60°</a:t>
            </a:r>
            <a:r>
              <a:rPr lang="ru-RU" b="0" spc="-4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, цифре 3 </a:t>
            </a:r>
            <a:r>
              <a:rPr lang="ru-RU" b="0" spc="-4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угол </a:t>
            </a:r>
            <a:r>
              <a:rPr lang="ru-RU" sz="1800" b="0" i="0" u="none" strike="noStrike" cap="none" spc="-4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α ≈ 40°</a:t>
            </a:r>
            <a:r>
              <a:rPr lang="ru-RU" b="0" spc="-4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 sz="400" b="0" i="0" u="none" strike="noStrike" cap="none" spc="-4">
              <a:ln>
                <a:noFill/>
              </a:ln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34263220" name="Рисунок 4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rot="16199999">
            <a:off x="7451630" y="2114874"/>
            <a:ext cx="6877515" cy="2628249"/>
          </a:xfrm>
          <a:prstGeom prst="rect">
            <a:avLst/>
          </a:prstGeom>
        </p:spPr>
      </p:pic>
      <p:sp>
        <p:nvSpPr>
          <p:cNvPr id="801070293" name="TextBox 27"/>
          <p:cNvSpPr txBox="1"/>
          <p:nvPr/>
        </p:nvSpPr>
        <p:spPr bwMode="auto">
          <a:xfrm>
            <a:off x="226726" y="39814"/>
            <a:ext cx="8491817" cy="51851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2800" b="1">
                <a:solidFill>
                  <a:srgbClr val="712073"/>
                </a:solidFill>
                <a:latin typeface="Times New Roman"/>
                <a:cs typeface="Times New Roman"/>
              </a:rPr>
              <a:t>Разработка силового блока управления</a:t>
            </a:r>
            <a:endParaRPr lang="ru-RU" sz="2800" b="1" i="0" u="none" strike="noStrike" cap="none" spc="0">
              <a:ln>
                <a:noFill/>
              </a:ln>
              <a:solidFill>
                <a:srgbClr val="712073"/>
              </a:solidFill>
              <a:latin typeface="Times New Roman"/>
              <a:cs typeface="Times New Roman"/>
            </a:endParaRPr>
          </a:p>
        </p:txBody>
      </p:sp>
      <p:sp>
        <p:nvSpPr>
          <p:cNvPr id="657780152" name="Rectangle 12"/>
          <p:cNvSpPr/>
          <p:nvPr/>
        </p:nvSpPr>
        <p:spPr bwMode="auto"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pPr marL="0" marR="0" lvl="0" indent="0" algn="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E423E46-B7A0-4744-B3E1-320992BDBEC7}" type="slidenum">
              <a:rPr lang="ru-RU" sz="10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Arial"/>
                <a:ea typeface="+mn-ea"/>
                <a:cs typeface="+mn-cs"/>
              </a:rPr>
              <a:t>6</a:t>
            </a:fld>
            <a:endParaRPr lang="ru-RU" sz="1000" b="0" i="0" u="none" strike="noStrike" cap="none" spc="0">
              <a:ln>
                <a:noFill/>
              </a:ln>
              <a:solidFill>
                <a:srgbClr val="FFFFFF"/>
              </a:solidFill>
              <a:latin typeface="Arial"/>
              <a:ea typeface="+mn-ea"/>
              <a:cs typeface="+mn-cs"/>
            </a:endParaRPr>
          </a:p>
        </p:txBody>
      </p:sp>
      <p:cxnSp>
        <p:nvCxnSpPr>
          <p:cNvPr id="1505058849" name="Прямая соединительная линия 17"/>
          <p:cNvCxnSpPr/>
          <p:nvPr/>
        </p:nvCxnSpPr>
        <p:spPr bwMode="auto">
          <a:xfrm>
            <a:off x="11611219" y="6400800"/>
            <a:ext cx="0" cy="457200"/>
          </a:xfrm>
          <a:prstGeom prst="line">
            <a:avLst/>
          </a:prstGeom>
          <a:ln>
            <a:solidFill>
              <a:schemeClr val="bg1"/>
            </a:solidFill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pic>
        <p:nvPicPr>
          <p:cNvPr id="1617025556" name="Рисунок 1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rot="16199999">
            <a:off x="-3953694" y="3067903"/>
            <a:ext cx="6877515" cy="741710"/>
          </a:xfrm>
          <a:prstGeom prst="rect">
            <a:avLst/>
          </a:prstGeom>
        </p:spPr>
      </p:pic>
      <p:grpSp>
        <p:nvGrpSpPr>
          <p:cNvPr id="932686390" name="Группа 7"/>
          <p:cNvGrpSpPr/>
          <p:nvPr/>
        </p:nvGrpSpPr>
        <p:grpSpPr bwMode="auto">
          <a:xfrm>
            <a:off x="9879323" y="412143"/>
            <a:ext cx="2022129" cy="1417607"/>
            <a:chOff x="4091278" y="2349598"/>
            <a:chExt cx="3638550" cy="2550793"/>
          </a:xfrm>
          <a:solidFill>
            <a:schemeClr val="bg1"/>
          </a:solidFill>
        </p:grpSpPr>
        <p:sp>
          <p:nvSpPr>
            <p:cNvPr id="9" name="Полилиния: фигура 8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fill="norm" stroke="1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1" name="Полилиния: фигура 10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fill="norm" stroke="1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13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35" name="Полилиния: фигура 34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fill="norm" stroke="1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37" name="Полилиния: фигура 36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fill="norm" stroke="1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4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32" name="Полилиния: фигура 31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fill="norm" stroke="1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33" name="Полилиния: фигура 32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fill="norm" stroke="1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15" name="Полилиния: фигура 14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fill="norm" stroke="1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17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30" name="Полилиния: фигура 29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fill="norm" stroke="1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31" name="Полилиния: фигура 30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fill="norm" stroke="1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9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27" name="Полилиния: фигура 26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fill="norm" stroke="1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9" name="Полилиния: фигура 28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fill="norm" stroke="1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0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25" name="Полилиния: фигура 24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fill="norm" stroke="1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6" name="Полилиния: фигура 25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fill="norm" stroke="1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2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23" name="Полилиния: фигура 22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fill="norm" stroke="1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4" name="Полилиния: фигура 23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fill="norm" stroke="1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</p:grpSp>
      <p:sp>
        <p:nvSpPr>
          <p:cNvPr id="281125566" name="Прямоугольник 2"/>
          <p:cNvSpPr/>
          <p:nvPr/>
        </p:nvSpPr>
        <p:spPr bwMode="auto">
          <a:xfrm>
            <a:off x="2878419" y="3917978"/>
            <a:ext cx="3707477" cy="174567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noAutofit/>
          </a:bodyPr>
          <a:lstStyle/>
          <a:p>
            <a:pPr algn="ctr">
              <a:defRPr/>
            </a:pPr>
            <a:endParaRPr lang="ru-RU" sz="1200">
              <a:solidFill>
                <a:schemeClr val="tx1"/>
              </a:solidFill>
            </a:endParaRPr>
          </a:p>
        </p:txBody>
      </p:sp>
      <p:pic>
        <p:nvPicPr>
          <p:cNvPr id="1529465206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353909" y="765174"/>
            <a:ext cx="3350339" cy="2076028"/>
          </a:xfrm>
          <a:prstGeom prst="rect">
            <a:avLst/>
          </a:prstGeom>
        </p:spPr>
      </p:pic>
      <p:pic>
        <p:nvPicPr>
          <p:cNvPr id="972479536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1914535" y="3694083"/>
            <a:ext cx="6095994" cy="1819331"/>
          </a:xfrm>
          <a:prstGeom prst="rect">
            <a:avLst/>
          </a:prstGeom>
        </p:spPr>
      </p:pic>
      <p:pic>
        <p:nvPicPr>
          <p:cNvPr id="2065988373" name="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 flipH="0" flipV="0">
            <a:off x="4003448" y="849803"/>
            <a:ext cx="5164176" cy="1906772"/>
          </a:xfrm>
          <a:prstGeom prst="rect">
            <a:avLst/>
          </a:prstGeom>
        </p:spPr>
      </p:pic>
      <p:sp>
        <p:nvSpPr>
          <p:cNvPr id="464347100" name=""/>
          <p:cNvSpPr txBox="1"/>
          <p:nvPr/>
        </p:nvSpPr>
        <p:spPr bwMode="auto">
          <a:xfrm rot="0" flipH="0" flipV="0">
            <a:off x="351943" y="2826574"/>
            <a:ext cx="3370664" cy="6404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>
                <a:latin typeface="Times New Roman"/>
                <a:ea typeface="Times New Roman"/>
                <a:cs typeface="Times New Roman"/>
              </a:rPr>
              <a:t>Принципиальная схема управляемого выпрямителя</a:t>
            </a:r>
            <a:endParaRPr/>
          </a:p>
        </p:txBody>
      </p:sp>
      <p:sp>
        <p:nvSpPr>
          <p:cNvPr id="668899505" name=""/>
          <p:cNvSpPr txBox="1"/>
          <p:nvPr/>
        </p:nvSpPr>
        <p:spPr bwMode="auto">
          <a:xfrm rot="0" flipH="0" flipV="0">
            <a:off x="1914535" y="5513414"/>
            <a:ext cx="6096714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>
                <a:latin typeface="Times New Roman"/>
                <a:ea typeface="Times New Roman"/>
                <a:cs typeface="Times New Roman"/>
              </a:rPr>
              <a:t>Принципиальная схема узла управления тиристорами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6836011" name=""/>
          <p:cNvSpPr txBox="1"/>
          <p:nvPr/>
        </p:nvSpPr>
        <p:spPr bwMode="auto">
          <a:xfrm rot="0" flipH="0" flipV="0">
            <a:off x="4003448" y="2756575"/>
            <a:ext cx="5165256" cy="6404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>
                <a:latin typeface="Times New Roman"/>
                <a:ea typeface="Times New Roman"/>
                <a:cs typeface="Times New Roman"/>
              </a:rPr>
              <a:t>Принципиальная схема узла детектора пересечения нуля</a:t>
            </a:r>
            <a:endParaRPr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37016507" name="Рисунок 4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rot="16199999">
            <a:off x="7438739" y="2101985"/>
            <a:ext cx="6877515" cy="2654028"/>
          </a:xfrm>
          <a:prstGeom prst="rect">
            <a:avLst/>
          </a:prstGeom>
        </p:spPr>
      </p:pic>
      <p:sp>
        <p:nvSpPr>
          <p:cNvPr id="1067048915" name="TextBox 27"/>
          <p:cNvSpPr txBox="1"/>
          <p:nvPr/>
        </p:nvSpPr>
        <p:spPr bwMode="auto">
          <a:xfrm>
            <a:off x="226726" y="39814"/>
            <a:ext cx="6950363" cy="51851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2800" b="1" i="0" u="none" strike="noStrike" cap="none" spc="0">
                <a:ln>
                  <a:noFill/>
                </a:ln>
                <a:solidFill>
                  <a:srgbClr val="712073"/>
                </a:solidFill>
                <a:latin typeface="Times New Roman"/>
                <a:cs typeface="Times New Roman"/>
              </a:rPr>
              <a:t>Сборка силового блока управления</a:t>
            </a:r>
            <a:endParaRPr/>
          </a:p>
        </p:txBody>
      </p:sp>
      <p:sp>
        <p:nvSpPr>
          <p:cNvPr id="845065662" name="Rectangle 12"/>
          <p:cNvSpPr/>
          <p:nvPr/>
        </p:nvSpPr>
        <p:spPr bwMode="auto"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pPr marL="0" marR="0" lvl="0" indent="0" algn="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E423E46-B7A0-4744-B3E1-320992BDBEC7}" type="slidenum">
              <a:rPr lang="ru-RU" sz="10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Arial"/>
                <a:ea typeface="+mn-ea"/>
                <a:cs typeface="+mn-cs"/>
              </a:rPr>
              <a:t>7</a:t>
            </a:fld>
            <a:endParaRPr lang="ru-RU" sz="1000" b="0" i="0" u="none" strike="noStrike" cap="none" spc="0">
              <a:ln>
                <a:noFill/>
              </a:ln>
              <a:solidFill>
                <a:srgbClr val="FFFFFF"/>
              </a:solidFill>
              <a:latin typeface="Arial"/>
              <a:ea typeface="+mn-ea"/>
              <a:cs typeface="+mn-cs"/>
            </a:endParaRPr>
          </a:p>
        </p:txBody>
      </p:sp>
      <p:cxnSp>
        <p:nvCxnSpPr>
          <p:cNvPr id="1619625107" name="Прямая соединительная линия 17"/>
          <p:cNvCxnSpPr/>
          <p:nvPr/>
        </p:nvCxnSpPr>
        <p:spPr bwMode="auto">
          <a:xfrm>
            <a:off x="11611219" y="6400800"/>
            <a:ext cx="0" cy="457200"/>
          </a:xfrm>
          <a:prstGeom prst="line">
            <a:avLst/>
          </a:prstGeom>
          <a:ln>
            <a:solidFill>
              <a:schemeClr val="bg1"/>
            </a:solidFill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pic>
        <p:nvPicPr>
          <p:cNvPr id="1254646019" name="Рисунок 1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rot="16199999">
            <a:off x="-3953694" y="3067903"/>
            <a:ext cx="6877515" cy="741710"/>
          </a:xfrm>
          <a:prstGeom prst="rect">
            <a:avLst/>
          </a:prstGeom>
        </p:spPr>
      </p:pic>
      <p:grpSp>
        <p:nvGrpSpPr>
          <p:cNvPr id="1068090163" name="Группа 7"/>
          <p:cNvGrpSpPr/>
          <p:nvPr/>
        </p:nvGrpSpPr>
        <p:grpSpPr bwMode="auto">
          <a:xfrm>
            <a:off x="9866432" y="420456"/>
            <a:ext cx="2022129" cy="1417607"/>
            <a:chOff x="4091278" y="2349598"/>
            <a:chExt cx="3638550" cy="2550793"/>
          </a:xfrm>
          <a:solidFill>
            <a:schemeClr val="bg1"/>
          </a:solidFill>
        </p:grpSpPr>
        <p:sp>
          <p:nvSpPr>
            <p:cNvPr id="9" name="Полилиния: фигура 8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fill="norm" stroke="1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1" name="Полилиния: фигура 10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fill="norm" stroke="1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13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35" name="Полилиния: фигура 34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fill="norm" stroke="1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37" name="Полилиния: фигура 36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fill="norm" stroke="1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4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32" name="Полилиния: фигура 31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fill="norm" stroke="1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33" name="Полилиния: фигура 32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fill="norm" stroke="1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15" name="Полилиния: фигура 14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fill="norm" stroke="1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17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30" name="Полилиния: фигура 29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fill="norm" stroke="1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31" name="Полилиния: фигура 30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fill="norm" stroke="1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9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27" name="Полилиния: фигура 26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fill="norm" stroke="1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9" name="Полилиния: фигура 28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fill="norm" stroke="1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0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25" name="Полилиния: фигура 24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fill="norm" stroke="1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6" name="Полилиния: фигура 25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fill="norm" stroke="1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2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23" name="Полилиния: фигура 22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fill="norm" stroke="1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4" name="Полилиния: фигура 23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fill="norm" stroke="1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</p:grpSp>
      <p:pic>
        <p:nvPicPr>
          <p:cNvPr id="537185389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412278" y="765174"/>
            <a:ext cx="3289629" cy="2467222"/>
          </a:xfrm>
          <a:prstGeom prst="rect">
            <a:avLst/>
          </a:prstGeom>
        </p:spPr>
      </p:pic>
      <p:pic>
        <p:nvPicPr>
          <p:cNvPr id="501473330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5047576" y="604015"/>
            <a:ext cx="3555244" cy="2666432"/>
          </a:xfrm>
          <a:prstGeom prst="rect">
            <a:avLst/>
          </a:prstGeom>
        </p:spPr>
      </p:pic>
      <p:sp>
        <p:nvSpPr>
          <p:cNvPr id="706982909" name=""/>
          <p:cNvSpPr txBox="1"/>
          <p:nvPr/>
        </p:nvSpPr>
        <p:spPr bwMode="auto">
          <a:xfrm rot="0" flipH="0" flipV="0">
            <a:off x="413794" y="3249612"/>
            <a:ext cx="3289194" cy="6404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>
                <a:latin typeface="Times New Roman"/>
                <a:ea typeface="Times New Roman"/>
                <a:cs typeface="Times New Roman"/>
              </a:rPr>
              <a:t>Собранный узел детектора пересечения нуля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925571578" name=""/>
          <p:cNvSpPr txBox="1"/>
          <p:nvPr/>
        </p:nvSpPr>
        <p:spPr bwMode="auto">
          <a:xfrm rot="0" flipH="0" flipV="0">
            <a:off x="5052593" y="3270448"/>
            <a:ext cx="3551307" cy="6404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>
                <a:latin typeface="Times New Roman"/>
                <a:ea typeface="Times New Roman"/>
                <a:cs typeface="Times New Roman"/>
              </a:rPr>
              <a:t>Осциллограмма детектора пересечения нуля</a:t>
            </a:r>
            <a:endParaRPr>
              <a:latin typeface="Times New Roman"/>
              <a:cs typeface="Times New Roman"/>
            </a:endParaRPr>
          </a:p>
        </p:txBody>
      </p:sp>
      <p:pic>
        <p:nvPicPr>
          <p:cNvPr id="1131681975" name=""/>
          <p:cNvPicPr>
            <a:picLocks noChangeAspect="1"/>
          </p:cNvPicPr>
          <p:nvPr/>
        </p:nvPicPr>
        <p:blipFill rotWithShape="1">
          <a:blip r:embed="rId6"/>
        </p:blipFill>
        <p:spPr bwMode="auto">
          <a:xfrm flipH="0" flipV="0">
            <a:off x="438300" y="3910888"/>
            <a:ext cx="3497112" cy="2213016"/>
          </a:xfrm>
          <a:prstGeom prst="rect">
            <a:avLst/>
          </a:prstGeom>
        </p:spPr>
      </p:pic>
      <p:pic>
        <p:nvPicPr>
          <p:cNvPr id="1314845008" name="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 flipH="0" flipV="0">
            <a:off x="5185796" y="3910888"/>
            <a:ext cx="3417024" cy="2213016"/>
          </a:xfrm>
          <a:prstGeom prst="rect">
            <a:avLst/>
          </a:prstGeom>
        </p:spPr>
      </p:pic>
      <p:sp>
        <p:nvSpPr>
          <p:cNvPr id="1739024079" name=""/>
          <p:cNvSpPr txBox="1"/>
          <p:nvPr/>
        </p:nvSpPr>
        <p:spPr bwMode="auto">
          <a:xfrm rot="0" flipH="0" flipV="0">
            <a:off x="463275" y="6129399"/>
            <a:ext cx="3485596" cy="6404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>
                <a:latin typeface="Times New Roman"/>
                <a:ea typeface="Times New Roman"/>
                <a:cs typeface="Times New Roman"/>
              </a:rPr>
              <a:t>Собранный узел ВУ и управления тиристорами, низ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61266519" name=""/>
          <p:cNvSpPr txBox="1"/>
          <p:nvPr/>
        </p:nvSpPr>
        <p:spPr bwMode="auto">
          <a:xfrm rot="0" flipH="0" flipV="0">
            <a:off x="5185796" y="6129399"/>
            <a:ext cx="3488475" cy="6404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>
                <a:latin typeface="Times New Roman"/>
                <a:ea typeface="Times New Roman"/>
                <a:cs typeface="Times New Roman"/>
              </a:rPr>
              <a:t>Собранный узел ВУ и управления тиристорами, верх</a:t>
            </a:r>
            <a:endParaRPr>
              <a:latin typeface="Times New Roman"/>
              <a:cs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07054957" name="Рисунок 4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rot="16199999">
            <a:off x="6695473" y="1358720"/>
            <a:ext cx="6877515" cy="4140559"/>
          </a:xfrm>
          <a:prstGeom prst="rect">
            <a:avLst/>
          </a:prstGeom>
        </p:spPr>
      </p:pic>
      <p:sp>
        <p:nvSpPr>
          <p:cNvPr id="1085347552" name="TextBox 27"/>
          <p:cNvSpPr txBox="1"/>
          <p:nvPr/>
        </p:nvSpPr>
        <p:spPr bwMode="auto">
          <a:xfrm>
            <a:off x="232755" y="39814"/>
            <a:ext cx="7844514" cy="51851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2800" b="1" i="0" u="none" strike="noStrike" cap="none" spc="0">
                <a:ln>
                  <a:noFill/>
                </a:ln>
                <a:solidFill>
                  <a:srgbClr val="712073"/>
                </a:solidFill>
                <a:latin typeface="Times New Roman"/>
                <a:cs typeface="Times New Roman"/>
              </a:rPr>
              <a:t> Блок схема ПО микроконтроллера</a:t>
            </a:r>
            <a:endParaRPr/>
          </a:p>
        </p:txBody>
      </p:sp>
      <p:sp>
        <p:nvSpPr>
          <p:cNvPr id="546956567" name="Rectangle 12"/>
          <p:cNvSpPr/>
          <p:nvPr/>
        </p:nvSpPr>
        <p:spPr bwMode="auto">
          <a:xfrm>
            <a:off x="11468344" y="6553584"/>
            <a:ext cx="387900" cy="153888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pPr marL="0" marR="0" lvl="0" indent="0" algn="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E423E46-B7A0-4744-B3E1-320992BDBEC7}" type="slidenum">
              <a:rPr lang="ru-RU" sz="1000" b="0" i="0" u="none" strike="noStrike" cap="none" spc="0">
                <a:ln>
                  <a:noFill/>
                </a:ln>
                <a:solidFill>
                  <a:srgbClr val="FFFFFF"/>
                </a:solidFill>
                <a:latin typeface="Arial"/>
                <a:ea typeface="+mn-ea"/>
                <a:cs typeface="+mn-cs"/>
              </a:rPr>
              <a:t>8</a:t>
            </a:fld>
            <a:endParaRPr lang="ru-RU" sz="1000" b="0" i="0" u="none" strike="noStrike" cap="none" spc="0">
              <a:ln>
                <a:noFill/>
              </a:ln>
              <a:solidFill>
                <a:srgbClr val="FFFFFF"/>
              </a:solidFill>
              <a:latin typeface="Arial"/>
              <a:ea typeface="+mn-ea"/>
              <a:cs typeface="+mn-cs"/>
            </a:endParaRPr>
          </a:p>
        </p:txBody>
      </p:sp>
      <p:cxnSp>
        <p:nvCxnSpPr>
          <p:cNvPr id="793361204" name="Прямая соединительная линия 17"/>
          <p:cNvCxnSpPr/>
          <p:nvPr/>
        </p:nvCxnSpPr>
        <p:spPr bwMode="auto">
          <a:xfrm>
            <a:off x="11611219" y="6400800"/>
            <a:ext cx="0" cy="457200"/>
          </a:xfrm>
          <a:prstGeom prst="line">
            <a:avLst/>
          </a:prstGeom>
          <a:ln>
            <a:solidFill>
              <a:schemeClr val="bg1"/>
            </a:solidFill>
            <a:tailEnd type="non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pic>
        <p:nvPicPr>
          <p:cNvPr id="528436840" name="Рисунок 1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rot="16199999">
            <a:off x="-3953694" y="3067903"/>
            <a:ext cx="6877515" cy="741710"/>
          </a:xfrm>
          <a:prstGeom prst="rect">
            <a:avLst/>
          </a:prstGeom>
        </p:spPr>
      </p:pic>
      <p:grpSp>
        <p:nvGrpSpPr>
          <p:cNvPr id="40332770" name="Группа 7"/>
          <p:cNvGrpSpPr/>
          <p:nvPr/>
        </p:nvGrpSpPr>
        <p:grpSpPr bwMode="auto">
          <a:xfrm>
            <a:off x="9743356" y="420456"/>
            <a:ext cx="2022129" cy="1417607"/>
            <a:chOff x="4091278" y="2349598"/>
            <a:chExt cx="3638550" cy="2550793"/>
          </a:xfrm>
          <a:solidFill>
            <a:schemeClr val="bg1"/>
          </a:solidFill>
        </p:grpSpPr>
        <p:sp>
          <p:nvSpPr>
            <p:cNvPr id="9" name="Полилиния: фигура 8"/>
            <p:cNvSpPr/>
            <p:nvPr/>
          </p:nvSpPr>
          <p:spPr bwMode="auto">
            <a:xfrm>
              <a:off x="4091278" y="3925032"/>
              <a:ext cx="336232" cy="426720"/>
            </a:xfrm>
            <a:custGeom>
              <a:avLst/>
              <a:gdLst>
                <a:gd name="connsiteX0" fmla="*/ 300990 w 336232"/>
                <a:gd name="connsiteY0" fmla="*/ 34290 h 426720"/>
                <a:gd name="connsiteX1" fmla="*/ 196215 w 336232"/>
                <a:gd name="connsiteY1" fmla="*/ 0 h 426720"/>
                <a:gd name="connsiteX2" fmla="*/ 0 w 336232"/>
                <a:gd name="connsiteY2" fmla="*/ 0 h 426720"/>
                <a:gd name="connsiteX3" fmla="*/ 0 w 336232"/>
                <a:gd name="connsiteY3" fmla="*/ 40005 h 426720"/>
                <a:gd name="connsiteX4" fmla="*/ 55245 w 336232"/>
                <a:gd name="connsiteY4" fmla="*/ 40005 h 426720"/>
                <a:gd name="connsiteX5" fmla="*/ 55245 w 336232"/>
                <a:gd name="connsiteY5" fmla="*/ 40005 h 426720"/>
                <a:gd name="connsiteX6" fmla="*/ 195263 w 336232"/>
                <a:gd name="connsiteY6" fmla="*/ 40005 h 426720"/>
                <a:gd name="connsiteX7" fmla="*/ 266700 w 336232"/>
                <a:gd name="connsiteY7" fmla="*/ 60960 h 426720"/>
                <a:gd name="connsiteX8" fmla="*/ 292418 w 336232"/>
                <a:gd name="connsiteY8" fmla="*/ 122873 h 426720"/>
                <a:gd name="connsiteX9" fmla="*/ 266700 w 336232"/>
                <a:gd name="connsiteY9" fmla="*/ 183833 h 426720"/>
                <a:gd name="connsiteX10" fmla="*/ 195263 w 336232"/>
                <a:gd name="connsiteY10" fmla="*/ 203835 h 426720"/>
                <a:gd name="connsiteX11" fmla="*/ 0 w 336232"/>
                <a:gd name="connsiteY11" fmla="*/ 204788 h 426720"/>
                <a:gd name="connsiteX12" fmla="*/ 0 w 336232"/>
                <a:gd name="connsiteY12" fmla="*/ 426720 h 426720"/>
                <a:gd name="connsiteX13" fmla="*/ 44768 w 336232"/>
                <a:gd name="connsiteY13" fmla="*/ 426720 h 426720"/>
                <a:gd name="connsiteX14" fmla="*/ 44768 w 336232"/>
                <a:gd name="connsiteY14" fmla="*/ 244793 h 426720"/>
                <a:gd name="connsiteX15" fmla="*/ 196215 w 336232"/>
                <a:gd name="connsiteY15" fmla="*/ 244793 h 426720"/>
                <a:gd name="connsiteX16" fmla="*/ 300990 w 336232"/>
                <a:gd name="connsiteY16" fmla="*/ 210503 h 426720"/>
                <a:gd name="connsiteX17" fmla="*/ 336233 w 336232"/>
                <a:gd name="connsiteY17" fmla="*/ 122873 h 426720"/>
                <a:gd name="connsiteX18" fmla="*/ 300990 w 336232"/>
                <a:gd name="connsiteY18" fmla="*/ 34290 h 426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36232" h="426720" fill="norm" stroke="1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40005"/>
                  </a:lnTo>
                  <a:cubicBezTo>
                    <a:pt x="30480" y="40005"/>
                    <a:pt x="55245" y="40005"/>
                    <a:pt x="55245" y="40005"/>
                  </a:cubicBezTo>
                  <a:lnTo>
                    <a:pt x="55245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0" y="204788"/>
                  </a:lnTo>
                  <a:lnTo>
                    <a:pt x="0" y="426720"/>
                  </a:lnTo>
                  <a:lnTo>
                    <a:pt x="44768" y="426720"/>
                  </a:lnTo>
                  <a:lnTo>
                    <a:pt x="44768" y="244793"/>
                  </a:lnTo>
                  <a:lnTo>
                    <a:pt x="196215" y="244793"/>
                  </a:lnTo>
                  <a:cubicBezTo>
                    <a:pt x="242888" y="244793"/>
                    <a:pt x="277178" y="233363"/>
                    <a:pt x="300990" y="210503"/>
                  </a:cubicBezTo>
                  <a:cubicBezTo>
                    <a:pt x="324803" y="187643"/>
                    <a:pt x="336233" y="158115"/>
                    <a:pt x="336233" y="122873"/>
                  </a:cubicBezTo>
                  <a:cubicBezTo>
                    <a:pt x="336233" y="86678"/>
                    <a:pt x="323850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sp>
          <p:nvSpPr>
            <p:cNvPr id="11" name="Полилиния: фигура 10"/>
            <p:cNvSpPr/>
            <p:nvPr/>
          </p:nvSpPr>
          <p:spPr bwMode="auto">
            <a:xfrm>
              <a:off x="6491578" y="3925032"/>
              <a:ext cx="336232" cy="425767"/>
            </a:xfrm>
            <a:custGeom>
              <a:avLst/>
              <a:gdLst>
                <a:gd name="connsiteX0" fmla="*/ 300990 w 336232"/>
                <a:gd name="connsiteY0" fmla="*/ 34290 h 425767"/>
                <a:gd name="connsiteX1" fmla="*/ 196215 w 336232"/>
                <a:gd name="connsiteY1" fmla="*/ 0 h 425767"/>
                <a:gd name="connsiteX2" fmla="*/ 0 w 336232"/>
                <a:gd name="connsiteY2" fmla="*/ 0 h 425767"/>
                <a:gd name="connsiteX3" fmla="*/ 0 w 336232"/>
                <a:gd name="connsiteY3" fmla="*/ 39053 h 425767"/>
                <a:gd name="connsiteX4" fmla="*/ 77153 w 336232"/>
                <a:gd name="connsiteY4" fmla="*/ 40005 h 425767"/>
                <a:gd name="connsiteX5" fmla="*/ 77153 w 336232"/>
                <a:gd name="connsiteY5" fmla="*/ 40005 h 425767"/>
                <a:gd name="connsiteX6" fmla="*/ 195263 w 336232"/>
                <a:gd name="connsiteY6" fmla="*/ 40005 h 425767"/>
                <a:gd name="connsiteX7" fmla="*/ 266700 w 336232"/>
                <a:gd name="connsiteY7" fmla="*/ 60960 h 425767"/>
                <a:gd name="connsiteX8" fmla="*/ 292418 w 336232"/>
                <a:gd name="connsiteY8" fmla="*/ 122873 h 425767"/>
                <a:gd name="connsiteX9" fmla="*/ 266700 w 336232"/>
                <a:gd name="connsiteY9" fmla="*/ 183833 h 425767"/>
                <a:gd name="connsiteX10" fmla="*/ 195263 w 336232"/>
                <a:gd name="connsiteY10" fmla="*/ 203835 h 425767"/>
                <a:gd name="connsiteX11" fmla="*/ 44768 w 336232"/>
                <a:gd name="connsiteY11" fmla="*/ 203835 h 425767"/>
                <a:gd name="connsiteX12" fmla="*/ 0 w 336232"/>
                <a:gd name="connsiteY12" fmla="*/ 203835 h 425767"/>
                <a:gd name="connsiteX13" fmla="*/ 0 w 336232"/>
                <a:gd name="connsiteY13" fmla="*/ 425768 h 425767"/>
                <a:gd name="connsiteX14" fmla="*/ 44768 w 336232"/>
                <a:gd name="connsiteY14" fmla="*/ 425768 h 425767"/>
                <a:gd name="connsiteX15" fmla="*/ 44768 w 336232"/>
                <a:gd name="connsiteY15" fmla="*/ 243840 h 425767"/>
                <a:gd name="connsiteX16" fmla="*/ 196215 w 336232"/>
                <a:gd name="connsiteY16" fmla="*/ 243840 h 425767"/>
                <a:gd name="connsiteX17" fmla="*/ 300990 w 336232"/>
                <a:gd name="connsiteY17" fmla="*/ 209550 h 425767"/>
                <a:gd name="connsiteX18" fmla="*/ 336232 w 336232"/>
                <a:gd name="connsiteY18" fmla="*/ 121920 h 425767"/>
                <a:gd name="connsiteX19" fmla="*/ 300990 w 336232"/>
                <a:gd name="connsiteY19" fmla="*/ 3429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36232" h="425767" fill="norm" stroke="1" extrusionOk="0">
                  <a:moveTo>
                    <a:pt x="300990" y="34290"/>
                  </a:moveTo>
                  <a:cubicBezTo>
                    <a:pt x="277178" y="11430"/>
                    <a:pt x="242888" y="0"/>
                    <a:pt x="196215" y="0"/>
                  </a:cubicBezTo>
                  <a:lnTo>
                    <a:pt x="0" y="0"/>
                  </a:lnTo>
                  <a:lnTo>
                    <a:pt x="0" y="39053"/>
                  </a:lnTo>
                  <a:cubicBezTo>
                    <a:pt x="31433" y="39053"/>
                    <a:pt x="77153" y="40005"/>
                    <a:pt x="77153" y="40005"/>
                  </a:cubicBezTo>
                  <a:lnTo>
                    <a:pt x="77153" y="40005"/>
                  </a:lnTo>
                  <a:lnTo>
                    <a:pt x="195263" y="40005"/>
                  </a:lnTo>
                  <a:cubicBezTo>
                    <a:pt x="225743" y="40005"/>
                    <a:pt x="249555" y="46673"/>
                    <a:pt x="266700" y="60960"/>
                  </a:cubicBezTo>
                  <a:cubicBezTo>
                    <a:pt x="283845" y="74295"/>
                    <a:pt x="292418" y="95250"/>
                    <a:pt x="292418" y="122873"/>
                  </a:cubicBezTo>
                  <a:cubicBezTo>
                    <a:pt x="292418" y="150495"/>
                    <a:pt x="283845" y="170498"/>
                    <a:pt x="266700" y="183833"/>
                  </a:cubicBezTo>
                  <a:cubicBezTo>
                    <a:pt x="249555" y="197168"/>
                    <a:pt x="225743" y="203835"/>
                    <a:pt x="195263" y="203835"/>
                  </a:cubicBezTo>
                  <a:lnTo>
                    <a:pt x="44768" y="203835"/>
                  </a:lnTo>
                  <a:lnTo>
                    <a:pt x="0" y="203835"/>
                  </a:lnTo>
                  <a:lnTo>
                    <a:pt x="0" y="425768"/>
                  </a:lnTo>
                  <a:lnTo>
                    <a:pt x="44768" y="425768"/>
                  </a:lnTo>
                  <a:lnTo>
                    <a:pt x="44768" y="243840"/>
                  </a:lnTo>
                  <a:lnTo>
                    <a:pt x="196215" y="243840"/>
                  </a:lnTo>
                  <a:cubicBezTo>
                    <a:pt x="242888" y="243840"/>
                    <a:pt x="277178" y="232410"/>
                    <a:pt x="300990" y="209550"/>
                  </a:cubicBezTo>
                  <a:cubicBezTo>
                    <a:pt x="324803" y="186690"/>
                    <a:pt x="336232" y="157163"/>
                    <a:pt x="336232" y="121920"/>
                  </a:cubicBezTo>
                  <a:cubicBezTo>
                    <a:pt x="336232" y="86678"/>
                    <a:pt x="324803" y="57150"/>
                    <a:pt x="300990" y="3429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13" name="Рисунок 56"/>
            <p:cNvGrpSpPr/>
            <p:nvPr/>
          </p:nvGrpSpPr>
          <p:grpSpPr bwMode="auto">
            <a:xfrm>
              <a:off x="4471325" y="3925032"/>
              <a:ext cx="348614" cy="425767"/>
              <a:chOff x="4656772" y="3728084"/>
              <a:chExt cx="348614" cy="425767"/>
            </a:xfrm>
            <a:grpFill/>
          </p:grpSpPr>
          <p:sp>
            <p:nvSpPr>
              <p:cNvPr id="35" name="Полилиния: фигура 34"/>
              <p:cNvSpPr/>
              <p:nvPr/>
            </p:nvSpPr>
            <p:spPr bwMode="auto">
              <a:xfrm>
                <a:off x="4656772" y="3728084"/>
                <a:ext cx="348614" cy="39052"/>
              </a:xfrm>
              <a:custGeom>
                <a:avLst/>
                <a:gdLst>
                  <a:gd name="connsiteX0" fmla="*/ 348615 w 348614"/>
                  <a:gd name="connsiteY0" fmla="*/ 39053 h 39052"/>
                  <a:gd name="connsiteX1" fmla="*/ 348615 w 348614"/>
                  <a:gd name="connsiteY1" fmla="*/ 0 h 39052"/>
                  <a:gd name="connsiteX2" fmla="*/ 0 w 348614"/>
                  <a:gd name="connsiteY2" fmla="*/ 0 h 39052"/>
                  <a:gd name="connsiteX3" fmla="*/ 0 w 348614"/>
                  <a:gd name="connsiteY3" fmla="*/ 39053 h 39052"/>
                  <a:gd name="connsiteX4" fmla="*/ 348615 w 348614"/>
                  <a:gd name="connsiteY4" fmla="*/ 39053 h 390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48614" h="39052" fill="norm" stroke="1" extrusionOk="0">
                    <a:moveTo>
                      <a:pt x="348615" y="39053"/>
                    </a:moveTo>
                    <a:lnTo>
                      <a:pt x="348615" y="0"/>
                    </a:lnTo>
                    <a:lnTo>
                      <a:pt x="0" y="0"/>
                    </a:lnTo>
                    <a:lnTo>
                      <a:pt x="0" y="39053"/>
                    </a:lnTo>
                    <a:cubicBezTo>
                      <a:pt x="45720" y="39053"/>
                      <a:pt x="299085" y="39053"/>
                      <a:pt x="348615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37" name="Полилиния: фигура 36"/>
              <p:cNvSpPr/>
              <p:nvPr/>
            </p:nvSpPr>
            <p:spPr bwMode="auto">
              <a:xfrm>
                <a:off x="4808219" y="3815714"/>
                <a:ext cx="44767" cy="338137"/>
              </a:xfrm>
              <a:custGeom>
                <a:avLst/>
                <a:gdLst>
                  <a:gd name="connsiteX0" fmla="*/ 0 w 44767"/>
                  <a:gd name="connsiteY0" fmla="*/ 0 h 338137"/>
                  <a:gd name="connsiteX1" fmla="*/ 0 w 44767"/>
                  <a:gd name="connsiteY1" fmla="*/ 338138 h 338137"/>
                  <a:gd name="connsiteX2" fmla="*/ 44768 w 44767"/>
                  <a:gd name="connsiteY2" fmla="*/ 338138 h 338137"/>
                  <a:gd name="connsiteX3" fmla="*/ 44768 w 44767"/>
                  <a:gd name="connsiteY3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4767" h="338137" fill="norm" stroke="1" extrusionOk="0">
                    <a:moveTo>
                      <a:pt x="0" y="0"/>
                    </a:moveTo>
                    <a:lnTo>
                      <a:pt x="0" y="338138"/>
                    </a:lnTo>
                    <a:lnTo>
                      <a:pt x="44768" y="338138"/>
                    </a:lnTo>
                    <a:lnTo>
                      <a:pt x="4476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4" name="Рисунок 56"/>
            <p:cNvGrpSpPr/>
            <p:nvPr/>
          </p:nvGrpSpPr>
          <p:grpSpPr bwMode="auto">
            <a:xfrm>
              <a:off x="6878293" y="3916460"/>
              <a:ext cx="398144" cy="442912"/>
              <a:chOff x="7063740" y="3719512"/>
              <a:chExt cx="398144" cy="442912"/>
            </a:xfrm>
            <a:grpFill/>
          </p:grpSpPr>
          <p:sp>
            <p:nvSpPr>
              <p:cNvPr id="32" name="Полилиния: фигура 31"/>
              <p:cNvSpPr/>
              <p:nvPr/>
            </p:nvSpPr>
            <p:spPr bwMode="auto">
              <a:xfrm>
                <a:off x="7063740" y="3719512"/>
                <a:ext cx="386715" cy="151447"/>
              </a:xfrm>
              <a:custGeom>
                <a:avLst/>
                <a:gdLst>
                  <a:gd name="connsiteX0" fmla="*/ 180022 w 386715"/>
                  <a:gd name="connsiteY0" fmla="*/ 40005 h 151447"/>
                  <a:gd name="connsiteX1" fmla="*/ 298132 w 386715"/>
                  <a:gd name="connsiteY1" fmla="*/ 84772 h 151447"/>
                  <a:gd name="connsiteX2" fmla="*/ 340995 w 386715"/>
                  <a:gd name="connsiteY2" fmla="*/ 151447 h 151447"/>
                  <a:gd name="connsiteX3" fmla="*/ 386715 w 386715"/>
                  <a:gd name="connsiteY3" fmla="*/ 151447 h 151447"/>
                  <a:gd name="connsiteX4" fmla="*/ 334328 w 386715"/>
                  <a:gd name="connsiteY4" fmla="*/ 63817 h 151447"/>
                  <a:gd name="connsiteX5" fmla="*/ 179070 w 386715"/>
                  <a:gd name="connsiteY5" fmla="*/ 0 h 151447"/>
                  <a:gd name="connsiteX6" fmla="*/ 72390 w 386715"/>
                  <a:gd name="connsiteY6" fmla="*/ 29528 h 151447"/>
                  <a:gd name="connsiteX7" fmla="*/ 0 w 386715"/>
                  <a:gd name="connsiteY7" fmla="*/ 108585 h 151447"/>
                  <a:gd name="connsiteX8" fmla="*/ 48578 w 386715"/>
                  <a:gd name="connsiteY8" fmla="*/ 108585 h 151447"/>
                  <a:gd name="connsiteX9" fmla="*/ 180022 w 386715"/>
                  <a:gd name="connsiteY9" fmla="*/ 40005 h 151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86715" h="151447" fill="norm" stroke="1" extrusionOk="0">
                    <a:moveTo>
                      <a:pt x="180022" y="40005"/>
                    </a:moveTo>
                    <a:cubicBezTo>
                      <a:pt x="226695" y="40005"/>
                      <a:pt x="266700" y="55245"/>
                      <a:pt x="298132" y="84772"/>
                    </a:cubicBezTo>
                    <a:cubicBezTo>
                      <a:pt x="318135" y="103822"/>
                      <a:pt x="331470" y="125730"/>
                      <a:pt x="340995" y="151447"/>
                    </a:cubicBezTo>
                    <a:cubicBezTo>
                      <a:pt x="357188" y="151447"/>
                      <a:pt x="372428" y="151447"/>
                      <a:pt x="386715" y="151447"/>
                    </a:cubicBezTo>
                    <a:cubicBezTo>
                      <a:pt x="376238" y="119063"/>
                      <a:pt x="360045" y="88583"/>
                      <a:pt x="334328" y="63817"/>
                    </a:cubicBezTo>
                    <a:cubicBezTo>
                      <a:pt x="292417" y="20955"/>
                      <a:pt x="240982" y="0"/>
                      <a:pt x="179070" y="0"/>
                    </a:cubicBezTo>
                    <a:cubicBezTo>
                      <a:pt x="138113" y="0"/>
                      <a:pt x="102870" y="9525"/>
                      <a:pt x="72390" y="29528"/>
                    </a:cubicBezTo>
                    <a:cubicBezTo>
                      <a:pt x="41910" y="48578"/>
                      <a:pt x="18097" y="75247"/>
                      <a:pt x="0" y="108585"/>
                    </a:cubicBezTo>
                    <a:lnTo>
                      <a:pt x="48578" y="108585"/>
                    </a:lnTo>
                    <a:cubicBezTo>
                      <a:pt x="80963" y="62865"/>
                      <a:pt x="124778" y="40005"/>
                      <a:pt x="180022" y="400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33" name="Полилиния: фигура 32"/>
              <p:cNvSpPr/>
              <p:nvPr/>
            </p:nvSpPr>
            <p:spPr bwMode="auto">
              <a:xfrm>
                <a:off x="7064692" y="3920490"/>
                <a:ext cx="397192" cy="241934"/>
              </a:xfrm>
              <a:custGeom>
                <a:avLst/>
                <a:gdLst>
                  <a:gd name="connsiteX0" fmla="*/ 352425 w 397192"/>
                  <a:gd name="connsiteY0" fmla="*/ 952 h 241934"/>
                  <a:gd name="connsiteX1" fmla="*/ 107632 w 397192"/>
                  <a:gd name="connsiteY1" fmla="*/ 952 h 241934"/>
                  <a:gd name="connsiteX2" fmla="*/ 107632 w 397192"/>
                  <a:gd name="connsiteY2" fmla="*/ 41910 h 241934"/>
                  <a:gd name="connsiteX3" fmla="*/ 352425 w 397192"/>
                  <a:gd name="connsiteY3" fmla="*/ 41910 h 241934"/>
                  <a:gd name="connsiteX4" fmla="*/ 297180 w 397192"/>
                  <a:gd name="connsiteY4" fmla="*/ 157163 h 241934"/>
                  <a:gd name="connsiteX5" fmla="*/ 179070 w 397192"/>
                  <a:gd name="connsiteY5" fmla="*/ 201930 h 241934"/>
                  <a:gd name="connsiteX6" fmla="*/ 48577 w 397192"/>
                  <a:gd name="connsiteY6" fmla="*/ 133350 h 241934"/>
                  <a:gd name="connsiteX7" fmla="*/ 0 w 397192"/>
                  <a:gd name="connsiteY7" fmla="*/ 133350 h 241934"/>
                  <a:gd name="connsiteX8" fmla="*/ 72390 w 397192"/>
                  <a:gd name="connsiteY8" fmla="*/ 212407 h 241934"/>
                  <a:gd name="connsiteX9" fmla="*/ 179070 w 397192"/>
                  <a:gd name="connsiteY9" fmla="*/ 241935 h 241934"/>
                  <a:gd name="connsiteX10" fmla="*/ 334327 w 397192"/>
                  <a:gd name="connsiteY10" fmla="*/ 178117 h 241934"/>
                  <a:gd name="connsiteX11" fmla="*/ 397192 w 397192"/>
                  <a:gd name="connsiteY11" fmla="*/ 20002 h 241934"/>
                  <a:gd name="connsiteX12" fmla="*/ 395288 w 397192"/>
                  <a:gd name="connsiteY12" fmla="*/ 0 h 241934"/>
                  <a:gd name="connsiteX13" fmla="*/ 352425 w 397192"/>
                  <a:gd name="connsiteY13" fmla="*/ 952 h 241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97192" h="241934" fill="norm" stroke="1" extrusionOk="0">
                    <a:moveTo>
                      <a:pt x="352425" y="952"/>
                    </a:moveTo>
                    <a:lnTo>
                      <a:pt x="107632" y="952"/>
                    </a:lnTo>
                    <a:lnTo>
                      <a:pt x="107632" y="41910"/>
                    </a:lnTo>
                    <a:lnTo>
                      <a:pt x="352425" y="41910"/>
                    </a:lnTo>
                    <a:cubicBezTo>
                      <a:pt x="348615" y="88582"/>
                      <a:pt x="329565" y="127635"/>
                      <a:pt x="297180" y="157163"/>
                    </a:cubicBezTo>
                    <a:cubicBezTo>
                      <a:pt x="264795" y="187642"/>
                      <a:pt x="225742" y="201930"/>
                      <a:pt x="179070" y="201930"/>
                    </a:cubicBezTo>
                    <a:cubicBezTo>
                      <a:pt x="122872" y="201930"/>
                      <a:pt x="79057" y="179070"/>
                      <a:pt x="48577" y="133350"/>
                    </a:cubicBezTo>
                    <a:lnTo>
                      <a:pt x="0" y="133350"/>
                    </a:lnTo>
                    <a:cubicBezTo>
                      <a:pt x="17145" y="166688"/>
                      <a:pt x="41910" y="193357"/>
                      <a:pt x="72390" y="212407"/>
                    </a:cubicBezTo>
                    <a:cubicBezTo>
                      <a:pt x="102870" y="231457"/>
                      <a:pt x="139065" y="241935"/>
                      <a:pt x="179070" y="241935"/>
                    </a:cubicBezTo>
                    <a:cubicBezTo>
                      <a:pt x="240982" y="241935"/>
                      <a:pt x="292417" y="220980"/>
                      <a:pt x="334327" y="178117"/>
                    </a:cubicBezTo>
                    <a:cubicBezTo>
                      <a:pt x="376238" y="135255"/>
                      <a:pt x="397192" y="82867"/>
                      <a:pt x="397192" y="20002"/>
                    </a:cubicBezTo>
                    <a:cubicBezTo>
                      <a:pt x="397192" y="12382"/>
                      <a:pt x="395288" y="6667"/>
                      <a:pt x="395288" y="0"/>
                    </a:cubicBezTo>
                    <a:cubicBezTo>
                      <a:pt x="395288" y="952"/>
                      <a:pt x="352425" y="0"/>
                      <a:pt x="352425" y="95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sp>
          <p:nvSpPr>
            <p:cNvPr id="15" name="Полилиния: фигура 14"/>
            <p:cNvSpPr/>
            <p:nvPr/>
          </p:nvSpPr>
          <p:spPr bwMode="auto">
            <a:xfrm>
              <a:off x="5407632" y="3925032"/>
              <a:ext cx="491490" cy="425767"/>
            </a:xfrm>
            <a:custGeom>
              <a:avLst/>
              <a:gdLst>
                <a:gd name="connsiteX0" fmla="*/ 429578 w 491490"/>
                <a:gd name="connsiteY0" fmla="*/ 0 h 425767"/>
                <a:gd name="connsiteX1" fmla="*/ 240030 w 491490"/>
                <a:gd name="connsiteY1" fmla="*/ 381953 h 425767"/>
                <a:gd name="connsiteX2" fmla="*/ 45720 w 491490"/>
                <a:gd name="connsiteY2" fmla="*/ 0 h 425767"/>
                <a:gd name="connsiteX3" fmla="*/ 0 w 491490"/>
                <a:gd name="connsiteY3" fmla="*/ 0 h 425767"/>
                <a:gd name="connsiteX4" fmla="*/ 27623 w 491490"/>
                <a:gd name="connsiteY4" fmla="*/ 64770 h 425767"/>
                <a:gd name="connsiteX5" fmla="*/ 27623 w 491490"/>
                <a:gd name="connsiteY5" fmla="*/ 62865 h 425767"/>
                <a:gd name="connsiteX6" fmla="*/ 212408 w 491490"/>
                <a:gd name="connsiteY6" fmla="*/ 425768 h 425767"/>
                <a:gd name="connsiteX7" fmla="*/ 268605 w 491490"/>
                <a:gd name="connsiteY7" fmla="*/ 425768 h 425767"/>
                <a:gd name="connsiteX8" fmla="*/ 446723 w 491490"/>
                <a:gd name="connsiteY8" fmla="*/ 62865 h 425767"/>
                <a:gd name="connsiteX9" fmla="*/ 446723 w 491490"/>
                <a:gd name="connsiteY9" fmla="*/ 425768 h 425767"/>
                <a:gd name="connsiteX10" fmla="*/ 491490 w 491490"/>
                <a:gd name="connsiteY10" fmla="*/ 425768 h 425767"/>
                <a:gd name="connsiteX11" fmla="*/ 491490 w 491490"/>
                <a:gd name="connsiteY11" fmla="*/ 0 h 425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1490" h="425767" fill="norm" stroke="1" extrusionOk="0">
                  <a:moveTo>
                    <a:pt x="429578" y="0"/>
                  </a:moveTo>
                  <a:lnTo>
                    <a:pt x="240030" y="381953"/>
                  </a:lnTo>
                  <a:lnTo>
                    <a:pt x="45720" y="0"/>
                  </a:lnTo>
                  <a:lnTo>
                    <a:pt x="0" y="0"/>
                  </a:lnTo>
                  <a:lnTo>
                    <a:pt x="27623" y="64770"/>
                  </a:lnTo>
                  <a:lnTo>
                    <a:pt x="27623" y="62865"/>
                  </a:lnTo>
                  <a:lnTo>
                    <a:pt x="212408" y="425768"/>
                  </a:lnTo>
                  <a:lnTo>
                    <a:pt x="268605" y="425768"/>
                  </a:lnTo>
                  <a:lnTo>
                    <a:pt x="446723" y="62865"/>
                  </a:lnTo>
                  <a:lnTo>
                    <a:pt x="446723" y="425768"/>
                  </a:lnTo>
                  <a:lnTo>
                    <a:pt x="491490" y="425768"/>
                  </a:lnTo>
                  <a:lnTo>
                    <a:pt x="49149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ru-RU" sz="18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Arial"/>
                <a:ea typeface="+mn-ea"/>
                <a:cs typeface="+mn-cs"/>
              </a:endParaRPr>
            </a:p>
          </p:txBody>
        </p:sp>
        <p:grpSp>
          <p:nvGrpSpPr>
            <p:cNvPr id="17" name="Рисунок 56"/>
            <p:cNvGrpSpPr/>
            <p:nvPr/>
          </p:nvGrpSpPr>
          <p:grpSpPr bwMode="auto">
            <a:xfrm>
              <a:off x="6013423" y="3925032"/>
              <a:ext cx="364807" cy="425767"/>
              <a:chOff x="6198870" y="3728084"/>
              <a:chExt cx="364807" cy="425767"/>
            </a:xfrm>
            <a:grpFill/>
          </p:grpSpPr>
          <p:sp>
            <p:nvSpPr>
              <p:cNvPr id="30" name="Полилиния: фигура 29"/>
              <p:cNvSpPr/>
              <p:nvPr/>
            </p:nvSpPr>
            <p:spPr bwMode="auto">
              <a:xfrm>
                <a:off x="6198870" y="3728084"/>
                <a:ext cx="42862" cy="425767"/>
              </a:xfrm>
              <a:custGeom>
                <a:avLst/>
                <a:gdLst>
                  <a:gd name="connsiteX0" fmla="*/ 42863 w 42862"/>
                  <a:gd name="connsiteY0" fmla="*/ 0 h 425767"/>
                  <a:gd name="connsiteX1" fmla="*/ 0 w 42862"/>
                  <a:gd name="connsiteY1" fmla="*/ 0 h 425767"/>
                  <a:gd name="connsiteX2" fmla="*/ 0 w 42862"/>
                  <a:gd name="connsiteY2" fmla="*/ 425768 h 425767"/>
                  <a:gd name="connsiteX3" fmla="*/ 40005 w 42862"/>
                  <a:gd name="connsiteY3" fmla="*/ 425768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862" h="425767" fill="norm" stroke="1" extrusionOk="0">
                    <a:moveTo>
                      <a:pt x="42863" y="0"/>
                    </a:moveTo>
                    <a:lnTo>
                      <a:pt x="0" y="0"/>
                    </a:lnTo>
                    <a:lnTo>
                      <a:pt x="0" y="425768"/>
                    </a:lnTo>
                    <a:lnTo>
                      <a:pt x="40005" y="42576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31" name="Полилиния: фигура 30"/>
              <p:cNvSpPr/>
              <p:nvPr/>
            </p:nvSpPr>
            <p:spPr bwMode="auto">
              <a:xfrm>
                <a:off x="6312217" y="3728084"/>
                <a:ext cx="251460" cy="425767"/>
              </a:xfrm>
              <a:custGeom>
                <a:avLst/>
                <a:gdLst>
                  <a:gd name="connsiteX0" fmla="*/ 196215 w 251460"/>
                  <a:gd name="connsiteY0" fmla="*/ 0 h 425767"/>
                  <a:gd name="connsiteX1" fmla="*/ 0 w 251460"/>
                  <a:gd name="connsiteY1" fmla="*/ 273368 h 425767"/>
                  <a:gd name="connsiteX2" fmla="*/ 0 w 251460"/>
                  <a:gd name="connsiteY2" fmla="*/ 344805 h 425767"/>
                  <a:gd name="connsiteX3" fmla="*/ 206692 w 251460"/>
                  <a:gd name="connsiteY3" fmla="*/ 56198 h 425767"/>
                  <a:gd name="connsiteX4" fmla="*/ 206692 w 251460"/>
                  <a:gd name="connsiteY4" fmla="*/ 425768 h 425767"/>
                  <a:gd name="connsiteX5" fmla="*/ 251460 w 251460"/>
                  <a:gd name="connsiteY5" fmla="*/ 425768 h 425767"/>
                  <a:gd name="connsiteX6" fmla="*/ 251460 w 251460"/>
                  <a:gd name="connsiteY6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51460" h="425767" fill="norm" stroke="1" extrusionOk="0">
                    <a:moveTo>
                      <a:pt x="196215" y="0"/>
                    </a:moveTo>
                    <a:lnTo>
                      <a:pt x="0" y="273368"/>
                    </a:lnTo>
                    <a:lnTo>
                      <a:pt x="0" y="344805"/>
                    </a:lnTo>
                    <a:lnTo>
                      <a:pt x="206692" y="56198"/>
                    </a:lnTo>
                    <a:lnTo>
                      <a:pt x="206692" y="425768"/>
                    </a:lnTo>
                    <a:lnTo>
                      <a:pt x="251460" y="425768"/>
                    </a:lnTo>
                    <a:lnTo>
                      <a:pt x="25146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19" name="Рисунок 56"/>
            <p:cNvGrpSpPr/>
            <p:nvPr/>
          </p:nvGrpSpPr>
          <p:grpSpPr bwMode="auto">
            <a:xfrm>
              <a:off x="4852325" y="3924079"/>
              <a:ext cx="360997" cy="426720"/>
              <a:chOff x="5037772" y="3727132"/>
              <a:chExt cx="360997" cy="426720"/>
            </a:xfrm>
            <a:grpFill/>
          </p:grpSpPr>
          <p:sp>
            <p:nvSpPr>
              <p:cNvPr id="27" name="Полилиния: фигура 26"/>
              <p:cNvSpPr/>
              <p:nvPr/>
            </p:nvSpPr>
            <p:spPr bwMode="auto">
              <a:xfrm>
                <a:off x="5037772" y="3728084"/>
                <a:ext cx="156210" cy="261937"/>
              </a:xfrm>
              <a:custGeom>
                <a:avLst/>
                <a:gdLst>
                  <a:gd name="connsiteX0" fmla="*/ 156210 w 156210"/>
                  <a:gd name="connsiteY0" fmla="*/ 211455 h 261937"/>
                  <a:gd name="connsiteX1" fmla="*/ 47625 w 156210"/>
                  <a:gd name="connsiteY1" fmla="*/ 0 h 261937"/>
                  <a:gd name="connsiteX2" fmla="*/ 0 w 156210"/>
                  <a:gd name="connsiteY2" fmla="*/ 0 h 261937"/>
                  <a:gd name="connsiteX3" fmla="*/ 133350 w 156210"/>
                  <a:gd name="connsiteY3" fmla="*/ 261938 h 261937"/>
                  <a:gd name="connsiteX4" fmla="*/ 156210 w 156210"/>
                  <a:gd name="connsiteY4" fmla="*/ 211455 h 261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6210" h="261937" fill="norm" stroke="1" extrusionOk="0">
                    <a:moveTo>
                      <a:pt x="156210" y="211455"/>
                    </a:moveTo>
                    <a:lnTo>
                      <a:pt x="47625" y="0"/>
                    </a:lnTo>
                    <a:lnTo>
                      <a:pt x="0" y="0"/>
                    </a:lnTo>
                    <a:lnTo>
                      <a:pt x="133350" y="261938"/>
                    </a:lnTo>
                    <a:cubicBezTo>
                      <a:pt x="140970" y="244793"/>
                      <a:pt x="149542" y="227648"/>
                      <a:pt x="156210" y="21145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9" name="Полилиния: фигура 28"/>
              <p:cNvSpPr/>
              <p:nvPr/>
            </p:nvSpPr>
            <p:spPr bwMode="auto">
              <a:xfrm>
                <a:off x="5093970" y="3727132"/>
                <a:ext cx="304800" cy="426720"/>
              </a:xfrm>
              <a:custGeom>
                <a:avLst/>
                <a:gdLst>
                  <a:gd name="connsiteX0" fmla="*/ 259080 w 304800"/>
                  <a:gd name="connsiteY0" fmla="*/ 952 h 426720"/>
                  <a:gd name="connsiteX1" fmla="*/ 97155 w 304800"/>
                  <a:gd name="connsiteY1" fmla="*/ 337185 h 426720"/>
                  <a:gd name="connsiteX2" fmla="*/ 67627 w 304800"/>
                  <a:gd name="connsiteY2" fmla="*/ 376238 h 426720"/>
                  <a:gd name="connsiteX3" fmla="*/ 25717 w 304800"/>
                  <a:gd name="connsiteY3" fmla="*/ 386715 h 426720"/>
                  <a:gd name="connsiteX4" fmla="*/ 0 w 304800"/>
                  <a:gd name="connsiteY4" fmla="*/ 386715 h 426720"/>
                  <a:gd name="connsiteX5" fmla="*/ 0 w 304800"/>
                  <a:gd name="connsiteY5" fmla="*/ 426720 h 426720"/>
                  <a:gd name="connsiteX6" fmla="*/ 36195 w 304800"/>
                  <a:gd name="connsiteY6" fmla="*/ 426720 h 426720"/>
                  <a:gd name="connsiteX7" fmla="*/ 83820 w 304800"/>
                  <a:gd name="connsiteY7" fmla="*/ 417195 h 426720"/>
                  <a:gd name="connsiteX8" fmla="*/ 114300 w 304800"/>
                  <a:gd name="connsiteY8" fmla="*/ 388620 h 426720"/>
                  <a:gd name="connsiteX9" fmla="*/ 145732 w 304800"/>
                  <a:gd name="connsiteY9" fmla="*/ 328613 h 426720"/>
                  <a:gd name="connsiteX10" fmla="*/ 304800 w 304800"/>
                  <a:gd name="connsiteY10" fmla="*/ 0 h 426720"/>
                  <a:gd name="connsiteX11" fmla="*/ 259080 w 304800"/>
                  <a:gd name="connsiteY11" fmla="*/ 0 h 42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04800" h="426720" fill="norm" stroke="1" extrusionOk="0">
                    <a:moveTo>
                      <a:pt x="259080" y="952"/>
                    </a:moveTo>
                    <a:lnTo>
                      <a:pt x="97155" y="337185"/>
                    </a:lnTo>
                    <a:cubicBezTo>
                      <a:pt x="88582" y="356235"/>
                      <a:pt x="79057" y="369570"/>
                      <a:pt x="67627" y="376238"/>
                    </a:cubicBezTo>
                    <a:cubicBezTo>
                      <a:pt x="57150" y="383858"/>
                      <a:pt x="42863" y="386715"/>
                      <a:pt x="25717" y="386715"/>
                    </a:cubicBezTo>
                    <a:lnTo>
                      <a:pt x="0" y="386715"/>
                    </a:lnTo>
                    <a:lnTo>
                      <a:pt x="0" y="426720"/>
                    </a:lnTo>
                    <a:lnTo>
                      <a:pt x="36195" y="426720"/>
                    </a:lnTo>
                    <a:cubicBezTo>
                      <a:pt x="55245" y="426720"/>
                      <a:pt x="71438" y="423863"/>
                      <a:pt x="83820" y="417195"/>
                    </a:cubicBezTo>
                    <a:cubicBezTo>
                      <a:pt x="96202" y="410527"/>
                      <a:pt x="106680" y="401002"/>
                      <a:pt x="114300" y="388620"/>
                    </a:cubicBezTo>
                    <a:cubicBezTo>
                      <a:pt x="122872" y="376238"/>
                      <a:pt x="133350" y="356235"/>
                      <a:pt x="145732" y="328613"/>
                    </a:cubicBezTo>
                    <a:lnTo>
                      <a:pt x="304800" y="0"/>
                    </a:lnTo>
                    <a:lnTo>
                      <a:pt x="25908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0" name="Рисунок 56"/>
            <p:cNvGrpSpPr/>
            <p:nvPr/>
          </p:nvGrpSpPr>
          <p:grpSpPr bwMode="auto">
            <a:xfrm>
              <a:off x="7301203" y="3925032"/>
              <a:ext cx="428625" cy="425767"/>
              <a:chOff x="7486650" y="3728084"/>
              <a:chExt cx="428625" cy="425767"/>
            </a:xfrm>
            <a:grpFill/>
          </p:grpSpPr>
          <p:sp>
            <p:nvSpPr>
              <p:cNvPr id="25" name="Полилиния: фигура 24"/>
              <p:cNvSpPr/>
              <p:nvPr/>
            </p:nvSpPr>
            <p:spPr bwMode="auto">
              <a:xfrm>
                <a:off x="7633334" y="4011929"/>
                <a:ext cx="136207" cy="40003"/>
              </a:xfrm>
              <a:custGeom>
                <a:avLst/>
                <a:gdLst>
                  <a:gd name="connsiteX0" fmla="*/ 118110 w 136207"/>
                  <a:gd name="connsiteY0" fmla="*/ 0 h 40004"/>
                  <a:gd name="connsiteX1" fmla="*/ 15240 w 136207"/>
                  <a:gd name="connsiteY1" fmla="*/ 0 h 40004"/>
                  <a:gd name="connsiteX2" fmla="*/ 0 w 136207"/>
                  <a:gd name="connsiteY2" fmla="*/ 40005 h 40004"/>
                  <a:gd name="connsiteX3" fmla="*/ 136208 w 136207"/>
                  <a:gd name="connsiteY3" fmla="*/ 40005 h 40004"/>
                  <a:gd name="connsiteX4" fmla="*/ 118110 w 136207"/>
                  <a:gd name="connsiteY4" fmla="*/ 0 h 40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6207" h="40004" fill="norm" stroke="1" extrusionOk="0">
                    <a:moveTo>
                      <a:pt x="118110" y="0"/>
                    </a:moveTo>
                    <a:lnTo>
                      <a:pt x="15240" y="0"/>
                    </a:lnTo>
                    <a:cubicBezTo>
                      <a:pt x="10478" y="13335"/>
                      <a:pt x="4763" y="26670"/>
                      <a:pt x="0" y="40005"/>
                    </a:cubicBezTo>
                    <a:lnTo>
                      <a:pt x="136208" y="40005"/>
                    </a:lnTo>
                    <a:lnTo>
                      <a:pt x="118110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6" name="Полилиния: фигура 25"/>
              <p:cNvSpPr/>
              <p:nvPr/>
            </p:nvSpPr>
            <p:spPr bwMode="auto">
              <a:xfrm>
                <a:off x="7486650" y="3728084"/>
                <a:ext cx="428625" cy="425767"/>
              </a:xfrm>
              <a:custGeom>
                <a:avLst/>
                <a:gdLst>
                  <a:gd name="connsiteX0" fmla="*/ 242888 w 428625"/>
                  <a:gd name="connsiteY0" fmla="*/ 0 h 425767"/>
                  <a:gd name="connsiteX1" fmla="*/ 188595 w 428625"/>
                  <a:gd name="connsiteY1" fmla="*/ 0 h 425767"/>
                  <a:gd name="connsiteX2" fmla="*/ 0 w 428625"/>
                  <a:gd name="connsiteY2" fmla="*/ 425768 h 425767"/>
                  <a:gd name="connsiteX3" fmla="*/ 46672 w 428625"/>
                  <a:gd name="connsiteY3" fmla="*/ 425768 h 425767"/>
                  <a:gd name="connsiteX4" fmla="*/ 91440 w 428625"/>
                  <a:gd name="connsiteY4" fmla="*/ 323850 h 425767"/>
                  <a:gd name="connsiteX5" fmla="*/ 91440 w 428625"/>
                  <a:gd name="connsiteY5" fmla="*/ 323850 h 425767"/>
                  <a:gd name="connsiteX6" fmla="*/ 140018 w 428625"/>
                  <a:gd name="connsiteY6" fmla="*/ 213360 h 425767"/>
                  <a:gd name="connsiteX7" fmla="*/ 140018 w 428625"/>
                  <a:gd name="connsiteY7" fmla="*/ 213360 h 425767"/>
                  <a:gd name="connsiteX8" fmla="*/ 214313 w 428625"/>
                  <a:gd name="connsiteY8" fmla="*/ 45720 h 425767"/>
                  <a:gd name="connsiteX9" fmla="*/ 302895 w 428625"/>
                  <a:gd name="connsiteY9" fmla="*/ 245745 h 425767"/>
                  <a:gd name="connsiteX10" fmla="*/ 302895 w 428625"/>
                  <a:gd name="connsiteY10" fmla="*/ 245745 h 425767"/>
                  <a:gd name="connsiteX11" fmla="*/ 307657 w 428625"/>
                  <a:gd name="connsiteY11" fmla="*/ 257175 h 425767"/>
                  <a:gd name="connsiteX12" fmla="*/ 319088 w 428625"/>
                  <a:gd name="connsiteY12" fmla="*/ 282893 h 425767"/>
                  <a:gd name="connsiteX13" fmla="*/ 319088 w 428625"/>
                  <a:gd name="connsiteY13" fmla="*/ 282893 h 425767"/>
                  <a:gd name="connsiteX14" fmla="*/ 337185 w 428625"/>
                  <a:gd name="connsiteY14" fmla="*/ 322898 h 425767"/>
                  <a:gd name="connsiteX15" fmla="*/ 337185 w 428625"/>
                  <a:gd name="connsiteY15" fmla="*/ 322898 h 425767"/>
                  <a:gd name="connsiteX16" fmla="*/ 381953 w 428625"/>
                  <a:gd name="connsiteY16" fmla="*/ 424815 h 425767"/>
                  <a:gd name="connsiteX17" fmla="*/ 428625 w 428625"/>
                  <a:gd name="connsiteY17" fmla="*/ 424815 h 425767"/>
                  <a:gd name="connsiteX18" fmla="*/ 242888 w 428625"/>
                  <a:gd name="connsiteY18" fmla="*/ 0 h 425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8625" h="425767" fill="norm" stroke="1" extrusionOk="0">
                    <a:moveTo>
                      <a:pt x="242888" y="0"/>
                    </a:moveTo>
                    <a:lnTo>
                      <a:pt x="188595" y="0"/>
                    </a:lnTo>
                    <a:lnTo>
                      <a:pt x="0" y="425768"/>
                    </a:lnTo>
                    <a:lnTo>
                      <a:pt x="46672" y="425768"/>
                    </a:lnTo>
                    <a:lnTo>
                      <a:pt x="91440" y="323850"/>
                    </a:lnTo>
                    <a:lnTo>
                      <a:pt x="91440" y="323850"/>
                    </a:lnTo>
                    <a:lnTo>
                      <a:pt x="140018" y="213360"/>
                    </a:lnTo>
                    <a:lnTo>
                      <a:pt x="140018" y="213360"/>
                    </a:lnTo>
                    <a:lnTo>
                      <a:pt x="214313" y="45720"/>
                    </a:lnTo>
                    <a:lnTo>
                      <a:pt x="302895" y="245745"/>
                    </a:lnTo>
                    <a:lnTo>
                      <a:pt x="302895" y="245745"/>
                    </a:lnTo>
                    <a:cubicBezTo>
                      <a:pt x="302895" y="245745"/>
                      <a:pt x="304800" y="250508"/>
                      <a:pt x="307657" y="257175"/>
                    </a:cubicBezTo>
                    <a:lnTo>
                      <a:pt x="319088" y="282893"/>
                    </a:lnTo>
                    <a:lnTo>
                      <a:pt x="319088" y="282893"/>
                    </a:lnTo>
                    <a:cubicBezTo>
                      <a:pt x="324803" y="295275"/>
                      <a:pt x="330518" y="309563"/>
                      <a:pt x="337185" y="322898"/>
                    </a:cubicBezTo>
                    <a:lnTo>
                      <a:pt x="337185" y="322898"/>
                    </a:lnTo>
                    <a:lnTo>
                      <a:pt x="381953" y="424815"/>
                    </a:lnTo>
                    <a:lnTo>
                      <a:pt x="428625" y="424815"/>
                    </a:lnTo>
                    <a:lnTo>
                      <a:pt x="24288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  <p:grpSp>
          <p:nvGrpSpPr>
            <p:cNvPr id="22" name="Рисунок 56"/>
            <p:cNvGrpSpPr/>
            <p:nvPr/>
          </p:nvGrpSpPr>
          <p:grpSpPr bwMode="auto">
            <a:xfrm>
              <a:off x="4804700" y="2349598"/>
              <a:ext cx="2550795" cy="2550793"/>
              <a:chOff x="4990147" y="2152650"/>
              <a:chExt cx="2550795" cy="2550793"/>
            </a:xfrm>
            <a:grpFill/>
          </p:grpSpPr>
          <p:sp>
            <p:nvSpPr>
              <p:cNvPr id="23" name="Полилиния: фигура 22"/>
              <p:cNvSpPr/>
              <p:nvPr/>
            </p:nvSpPr>
            <p:spPr bwMode="auto">
              <a:xfrm>
                <a:off x="5540692" y="4247197"/>
                <a:ext cx="1701164" cy="456247"/>
              </a:xfrm>
              <a:custGeom>
                <a:avLst/>
                <a:gdLst>
                  <a:gd name="connsiteX0" fmla="*/ 1647825 w 1701164"/>
                  <a:gd name="connsiteY0" fmla="*/ 0 h 456247"/>
                  <a:gd name="connsiteX1" fmla="*/ 724853 w 1701164"/>
                  <a:gd name="connsiteY1" fmla="*/ 417195 h 456247"/>
                  <a:gd name="connsiteX2" fmla="*/ 1905 w 1701164"/>
                  <a:gd name="connsiteY2" fmla="*/ 181928 h 456247"/>
                  <a:gd name="connsiteX3" fmla="*/ 0 w 1701164"/>
                  <a:gd name="connsiteY3" fmla="*/ 229553 h 456247"/>
                  <a:gd name="connsiteX4" fmla="*/ 724853 w 1701164"/>
                  <a:gd name="connsiteY4" fmla="*/ 456247 h 456247"/>
                  <a:gd name="connsiteX5" fmla="*/ 1701165 w 1701164"/>
                  <a:gd name="connsiteY5" fmla="*/ 0 h 456247"/>
                  <a:gd name="connsiteX6" fmla="*/ 1647825 w 1701164"/>
                  <a:gd name="connsiteY6" fmla="*/ 0 h 456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01164" h="456247" fill="norm" stroke="1" extrusionOk="0">
                    <a:moveTo>
                      <a:pt x="1647825" y="0"/>
                    </a:moveTo>
                    <a:cubicBezTo>
                      <a:pt x="1421130" y="255270"/>
                      <a:pt x="1091565" y="417195"/>
                      <a:pt x="724853" y="417195"/>
                    </a:cubicBezTo>
                    <a:cubicBezTo>
                      <a:pt x="455295" y="417195"/>
                      <a:pt x="205740" y="329565"/>
                      <a:pt x="1905" y="181928"/>
                    </a:cubicBezTo>
                    <a:lnTo>
                      <a:pt x="0" y="229553"/>
                    </a:lnTo>
                    <a:cubicBezTo>
                      <a:pt x="205740" y="372428"/>
                      <a:pt x="455295" y="456247"/>
                      <a:pt x="724853" y="456247"/>
                    </a:cubicBezTo>
                    <a:cubicBezTo>
                      <a:pt x="1116330" y="456247"/>
                      <a:pt x="1466850" y="279083"/>
                      <a:pt x="1701165" y="0"/>
                    </a:cubicBezTo>
                    <a:lnTo>
                      <a:pt x="1647825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4" name="Полилиния: фигура 23"/>
              <p:cNvSpPr/>
              <p:nvPr/>
            </p:nvSpPr>
            <p:spPr bwMode="auto">
              <a:xfrm>
                <a:off x="4990147" y="2152650"/>
                <a:ext cx="2550795" cy="1547812"/>
              </a:xfrm>
              <a:custGeom>
                <a:avLst/>
                <a:gdLst>
                  <a:gd name="connsiteX0" fmla="*/ 1275398 w 2550795"/>
                  <a:gd name="connsiteY0" fmla="*/ 39053 h 1547812"/>
                  <a:gd name="connsiteX1" fmla="*/ 2511743 w 2550795"/>
                  <a:gd name="connsiteY1" fmla="*/ 1275398 h 1547812"/>
                  <a:gd name="connsiteX2" fmla="*/ 2480310 w 2550795"/>
                  <a:gd name="connsiteY2" fmla="*/ 1547813 h 1547812"/>
                  <a:gd name="connsiteX3" fmla="*/ 2521268 w 2550795"/>
                  <a:gd name="connsiteY3" fmla="*/ 1547813 h 1547812"/>
                  <a:gd name="connsiteX4" fmla="*/ 2550795 w 2550795"/>
                  <a:gd name="connsiteY4" fmla="*/ 1275398 h 1547812"/>
                  <a:gd name="connsiteX5" fmla="*/ 1275398 w 2550795"/>
                  <a:gd name="connsiteY5" fmla="*/ 0 h 1547812"/>
                  <a:gd name="connsiteX6" fmla="*/ 0 w 2550795"/>
                  <a:gd name="connsiteY6" fmla="*/ 1275398 h 1547812"/>
                  <a:gd name="connsiteX7" fmla="*/ 18098 w 2550795"/>
                  <a:gd name="connsiteY7" fmla="*/ 1483043 h 1547812"/>
                  <a:gd name="connsiteX8" fmla="*/ 58102 w 2550795"/>
                  <a:gd name="connsiteY8" fmla="*/ 1483043 h 1547812"/>
                  <a:gd name="connsiteX9" fmla="*/ 39052 w 2550795"/>
                  <a:gd name="connsiteY9" fmla="*/ 1275398 h 1547812"/>
                  <a:gd name="connsiteX10" fmla="*/ 1275398 w 2550795"/>
                  <a:gd name="connsiteY10" fmla="*/ 39053 h 15478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50795" h="1547812" fill="norm" stroke="1" extrusionOk="0">
                    <a:moveTo>
                      <a:pt x="1275398" y="39053"/>
                    </a:moveTo>
                    <a:cubicBezTo>
                      <a:pt x="1957387" y="39053"/>
                      <a:pt x="2511743" y="593408"/>
                      <a:pt x="2511743" y="1275398"/>
                    </a:cubicBezTo>
                    <a:cubicBezTo>
                      <a:pt x="2511743" y="1368743"/>
                      <a:pt x="2500313" y="1460183"/>
                      <a:pt x="2480310" y="1547813"/>
                    </a:cubicBezTo>
                    <a:lnTo>
                      <a:pt x="2521268" y="1547813"/>
                    </a:lnTo>
                    <a:cubicBezTo>
                      <a:pt x="2540318" y="1460183"/>
                      <a:pt x="2550795" y="1368743"/>
                      <a:pt x="2550795" y="1275398"/>
                    </a:cubicBezTo>
                    <a:cubicBezTo>
                      <a:pt x="2550795" y="572453"/>
                      <a:pt x="1978343" y="0"/>
                      <a:pt x="1275398" y="0"/>
                    </a:cubicBezTo>
                    <a:cubicBezTo>
                      <a:pt x="572453" y="0"/>
                      <a:pt x="0" y="572453"/>
                      <a:pt x="0" y="1275398"/>
                    </a:cubicBezTo>
                    <a:cubicBezTo>
                      <a:pt x="0" y="1345883"/>
                      <a:pt x="7620" y="1415415"/>
                      <a:pt x="18098" y="1483043"/>
                    </a:cubicBezTo>
                    <a:lnTo>
                      <a:pt x="58102" y="1483043"/>
                    </a:lnTo>
                    <a:cubicBezTo>
                      <a:pt x="46673" y="1415415"/>
                      <a:pt x="39052" y="1345883"/>
                      <a:pt x="39052" y="1275398"/>
                    </a:cubicBezTo>
                    <a:cubicBezTo>
                      <a:pt x="39052" y="593408"/>
                      <a:pt x="593407" y="39053"/>
                      <a:pt x="1275398" y="39053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ru-RU" sz="1800" b="0" i="0" u="none" strike="noStrike" cap="none" spc="0">
                  <a:ln>
                    <a:noFill/>
                  </a:ln>
                  <a:solidFill>
                    <a:srgbClr val="000000"/>
                  </a:solidFill>
                  <a:latin typeface="Arial"/>
                  <a:ea typeface="+mn-ea"/>
                  <a:cs typeface="+mn-cs"/>
                </a:endParaRPr>
              </a:p>
            </p:txBody>
          </p:sp>
        </p:grpSp>
      </p:grpSp>
      <p:sp>
        <p:nvSpPr>
          <p:cNvPr id="2095664044" name="TextBox 33"/>
          <p:cNvSpPr txBox="1"/>
          <p:nvPr/>
        </p:nvSpPr>
        <p:spPr bwMode="auto">
          <a:xfrm>
            <a:off x="8160588" y="2146417"/>
            <a:ext cx="4029922" cy="118907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marL="0" marR="0" lv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i="0" u="none" strike="noStrike" cap="none" spc="0">
                <a:ln>
                  <a:noFill/>
                </a:ln>
                <a:solidFill>
                  <a:schemeClr val="bg1"/>
                </a:solidFill>
                <a:latin typeface="Times New Roman"/>
                <a:cs typeface="Times New Roman"/>
              </a:rPr>
              <a:t>Синхронизация фаз происходит по средствам сброса таймера МК по восходящему фронту, с узла детектирования перехода через ноль. </a:t>
            </a:r>
            <a:endParaRPr/>
          </a:p>
        </p:txBody>
      </p:sp>
      <p:pic>
        <p:nvPicPr>
          <p:cNvPr id="307004825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1742956" y="765174"/>
            <a:ext cx="3200261" cy="55074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1_Theme1">
  <a:themeElements>
    <a:clrScheme name="МИРЭА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D7D7DD"/>
      </a:accent1>
      <a:accent2>
        <a:srgbClr val="AAAAB4"/>
      </a:accent2>
      <a:accent3>
        <a:srgbClr val="8291A2"/>
      </a:accent3>
      <a:accent4>
        <a:srgbClr val="2E2E37"/>
      </a:accent4>
      <a:accent5>
        <a:srgbClr val="365CA7"/>
      </a:accent5>
      <a:accent6>
        <a:srgbClr val="60C2CE"/>
      </a:accent6>
      <a:hlink>
        <a:srgbClr val="00B0F0"/>
      </a:hlink>
      <a:folHlink>
        <a:srgbClr val="F38B00"/>
      </a:folHlink>
    </a:clrScheme>
    <a:fontScheme name="Другая 5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Тема 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prstGeom prst="rect">
          <a:avLst/>
        </a:prstGeom>
        <a:ln w="9525">
          <a:solidFill>
            <a:schemeClr val="bg1">
              <a:lumMod val="50000"/>
            </a:schemeClr>
          </a:solidFill>
        </a:ln>
      </a:spPr>
      <a:bodyPr/>
      <a:lstStyle/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auto">
        <a:prstGeom prst="rect">
          <a:avLst/>
        </a:prstGeom>
        <a:ln w="9525">
          <a:solidFill>
            <a:schemeClr val="bg1">
              <a:lumMod val="50000"/>
            </a:schemeClr>
          </a:solidFill>
          <a:prstDash val="solid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auto">
        <a:prstGeom prst="rect">
          <a:avLst/>
        </a:prstGeom>
        <a:noFill/>
        <a:ln w="9525">
          <a:noFill/>
          <a:miter lim="800000"/>
        </a:ln>
      </a:spPr>
      <a:bodyPr/>
      <a:lstStyle/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9</Slides>
  <Notes>9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HP</dc:creator>
  <cp:lastModifiedBy/>
  <cp:revision>930</cp:revision>
  <dcterms:created xsi:type="dcterms:W3CDTF">2021-05-24T15:42:00Z</dcterms:created>
  <dcterms:modified xsi:type="dcterms:W3CDTF">2026-05-26T21:52:04Z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B73C33B4A643478BA89D158647E181E5_13</vt:lpwstr>
  </property>
  <property fmtid="{D5CDD505-2E9C-101B-9397-08002B2CF9AE}" pid="3" name="KSOProductBuildVer">
    <vt:lpwstr>1049-12.2.0.23196</vt:lpwstr>
  </property>
</Properties>
</file>